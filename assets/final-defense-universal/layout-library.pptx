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9e3262bc794556" /><Relationship Type="http://schemas.openxmlformats.org/officeDocument/2006/relationships/extended-properties" Target="/docProps/app.xml" Id="R01ad9e86a0674a72" /><Relationship Type="http://schemas.openxmlformats.org/officeDocument/2006/relationships/officeDocument" Target="/ppt/presentation.xml" Id="R5c68801aaf8c4d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6b7c635deb4264"/>
  </p:sldMasterIdLst>
  <p:notesMasterIdLst>
    <p:notesMasterId xmlns:r="http://schemas.openxmlformats.org/officeDocument/2006/relationships" r:id="R0c793bf5a56b4bae"/>
  </p:notesMasterIdLst>
  <p:sldIdLst>
    <p:sldId xmlns:r="http://schemas.openxmlformats.org/officeDocument/2006/relationships" id="256" r:id="Re11b42e2c8b645ee"/>
    <p:sldId xmlns:r="http://schemas.openxmlformats.org/officeDocument/2006/relationships" id="257" r:id="R3db9e3508b1d4ba0"/>
    <p:sldId xmlns:r="http://schemas.openxmlformats.org/officeDocument/2006/relationships" id="258" r:id="R8833efb7c3814e7e"/>
    <p:sldId xmlns:r="http://schemas.openxmlformats.org/officeDocument/2006/relationships" id="259" r:id="R36a8b3b93e2e4832"/>
    <p:sldId xmlns:r="http://schemas.openxmlformats.org/officeDocument/2006/relationships" id="260" r:id="R99a6bb6e9ed34bc5"/>
    <p:sldId xmlns:r="http://schemas.openxmlformats.org/officeDocument/2006/relationships" id="261" r:id="R46c4df8409854970"/>
    <p:sldId xmlns:r="http://schemas.openxmlformats.org/officeDocument/2006/relationships" id="262" r:id="R95882d2c098f4a15"/>
    <p:sldId xmlns:r="http://schemas.openxmlformats.org/officeDocument/2006/relationships" id="263" r:id="R8aed3bfa19ae4d1a"/>
    <p:sldId xmlns:r="http://schemas.openxmlformats.org/officeDocument/2006/relationships" id="264" r:id="R38d52f7f94a44909"/>
    <p:sldId xmlns:r="http://schemas.openxmlformats.org/officeDocument/2006/relationships" id="265" r:id="R666725127af844e0"/>
    <p:sldId xmlns:r="http://schemas.openxmlformats.org/officeDocument/2006/relationships" id="266" r:id="R0efbb28156c24b97"/>
    <p:sldId xmlns:r="http://schemas.openxmlformats.org/officeDocument/2006/relationships" id="267" r:id="R457c3f6c2a4e44c6"/>
    <p:sldId xmlns:r="http://schemas.openxmlformats.org/officeDocument/2006/relationships" id="268" r:id="Rc2e4d72dc0424849"/>
    <p:sldId xmlns:r="http://schemas.openxmlformats.org/officeDocument/2006/relationships" id="269" r:id="R639d9a681b304f5c"/>
    <p:sldId xmlns:r="http://schemas.openxmlformats.org/officeDocument/2006/relationships" id="270" r:id="R80c8f890bd6c4b60"/>
    <p:sldId xmlns:r="http://schemas.openxmlformats.org/officeDocument/2006/relationships" id="271" r:id="R89dc44f1c8ab472d"/>
    <p:sldId xmlns:r="http://schemas.openxmlformats.org/officeDocument/2006/relationships" id="272" r:id="R247c48ebacbd46e1"/>
    <p:sldId xmlns:r="http://schemas.openxmlformats.org/officeDocument/2006/relationships" id="273" r:id="R662f61dd04484e35"/>
    <p:sldId xmlns:r="http://schemas.openxmlformats.org/officeDocument/2006/relationships" id="274" r:id="R6329ecaa9c524a65"/>
    <p:sldId xmlns:r="http://schemas.openxmlformats.org/officeDocument/2006/relationships" id="275" r:id="R686174fc87de46a0"/>
    <p:sldId xmlns:r="http://schemas.openxmlformats.org/officeDocument/2006/relationships" id="276" r:id="R9000d5e0d07f41d4"/>
    <p:sldId xmlns:r="http://schemas.openxmlformats.org/officeDocument/2006/relationships" id="277" r:id="R0fc7ebfb493a4629"/>
    <p:sldId xmlns:r="http://schemas.openxmlformats.org/officeDocument/2006/relationships" id="278" r:id="Rb99e303fad0f4e9b"/>
    <p:sldId xmlns:r="http://schemas.openxmlformats.org/officeDocument/2006/relationships" id="279" r:id="Rdcaddac045734b85"/>
    <p:sldId xmlns:r="http://schemas.openxmlformats.org/officeDocument/2006/relationships" id="280" r:id="Rf11316eaf0894140"/>
    <p:sldId xmlns:r="http://schemas.openxmlformats.org/officeDocument/2006/relationships" id="281" r:id="Rc0798799ff9c4f6d"/>
    <p:sldId xmlns:r="http://schemas.openxmlformats.org/officeDocument/2006/relationships" id="282" r:id="R63d5e8d0bde049f5"/>
    <p:sldId xmlns:r="http://schemas.openxmlformats.org/officeDocument/2006/relationships" id="283" r:id="Racc3120854294621"/>
    <p:sldId xmlns:r="http://schemas.openxmlformats.org/officeDocument/2006/relationships" id="284" r:id="R861788065b7d4373"/>
    <p:sldId xmlns:r="http://schemas.openxmlformats.org/officeDocument/2006/relationships" id="285" r:id="R3761929aeb2d4d5f"/>
    <p:sldId xmlns:r="http://schemas.openxmlformats.org/officeDocument/2006/relationships" id="286" r:id="R1add806e56ab49c8"/>
    <p:sldId xmlns:r="http://schemas.openxmlformats.org/officeDocument/2006/relationships" id="287" r:id="R3af89c37a6fd4ae5"/>
    <p:sldId xmlns:r="http://schemas.openxmlformats.org/officeDocument/2006/relationships" id="288" r:id="R9abf5222f70648dd"/>
    <p:sldId xmlns:r="http://schemas.openxmlformats.org/officeDocument/2006/relationships" id="289" r:id="R5e9cdc20c7b1442c"/>
    <p:sldId xmlns:r="http://schemas.openxmlformats.org/officeDocument/2006/relationships" id="290" r:id="Racf8c046fbae4046"/>
    <p:sldId xmlns:r="http://schemas.openxmlformats.org/officeDocument/2006/relationships" id="291" r:id="R4165ec4f348a47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c96ce4029546ec" /><Relationship Type="http://schemas.openxmlformats.org/officeDocument/2006/relationships/slideMaster" Target="/ppt/slideMasters/slideMaster1.xml" Id="R486b7c635deb4264" /><Relationship Type="http://schemas.openxmlformats.org/officeDocument/2006/relationships/notesMaster" Target="/ppt/notesMasters/notesMaster1.xml" Id="R0c793bf5a56b4bae" /><Relationship Type="http://schemas.openxmlformats.org/officeDocument/2006/relationships/presProps" Target="/ppt/presProps.xml" Id="Rd6af2f0c7b434b52" /><Relationship Type="http://schemas.openxmlformats.org/officeDocument/2006/relationships/tableStyles" Target="/ppt/tableStyles.xml" Id="R9cecd8b7c8e24834" /><Relationship Type="http://schemas.openxmlformats.org/officeDocument/2006/relationships/slide" Target="/ppt/slides/slide1.xml" Id="Re11b42e2c8b645ee" /><Relationship Type="http://schemas.openxmlformats.org/officeDocument/2006/relationships/slide" Target="/ppt/slides/slide2.xml" Id="R3db9e3508b1d4ba0" /><Relationship Type="http://schemas.openxmlformats.org/officeDocument/2006/relationships/slide" Target="/ppt/slides/slide3.xml" Id="R8833efb7c3814e7e" /><Relationship Type="http://schemas.openxmlformats.org/officeDocument/2006/relationships/slide" Target="/ppt/slides/slide4.xml" Id="R36a8b3b93e2e4832" /><Relationship Type="http://schemas.openxmlformats.org/officeDocument/2006/relationships/slide" Target="/ppt/slides/slide5.xml" Id="R99a6bb6e9ed34bc5" /><Relationship Type="http://schemas.openxmlformats.org/officeDocument/2006/relationships/slide" Target="/ppt/slides/slide6.xml" Id="R46c4df8409854970" /><Relationship Type="http://schemas.openxmlformats.org/officeDocument/2006/relationships/slide" Target="/ppt/slides/slide7.xml" Id="R95882d2c098f4a15" /><Relationship Type="http://schemas.openxmlformats.org/officeDocument/2006/relationships/slide" Target="/ppt/slides/slide8.xml" Id="R8aed3bfa19ae4d1a" /><Relationship Type="http://schemas.openxmlformats.org/officeDocument/2006/relationships/slide" Target="/ppt/slides/slide9.xml" Id="R38d52f7f94a44909" /><Relationship Type="http://schemas.openxmlformats.org/officeDocument/2006/relationships/slide" Target="/ppt/slides/slide10.xml" Id="R666725127af844e0" /><Relationship Type="http://schemas.openxmlformats.org/officeDocument/2006/relationships/slide" Target="/ppt/slides/slide11.xml" Id="R0efbb28156c24b97" /><Relationship Type="http://schemas.openxmlformats.org/officeDocument/2006/relationships/slide" Target="/ppt/slides/slide12.xml" Id="R457c3f6c2a4e44c6" /><Relationship Type="http://schemas.openxmlformats.org/officeDocument/2006/relationships/slide" Target="/ppt/slides/slide13.xml" Id="Rc2e4d72dc0424849" /><Relationship Type="http://schemas.openxmlformats.org/officeDocument/2006/relationships/slide" Target="/ppt/slides/slide14.xml" Id="R639d9a681b304f5c" /><Relationship Type="http://schemas.openxmlformats.org/officeDocument/2006/relationships/slide" Target="/ppt/slides/slide15.xml" Id="R80c8f890bd6c4b60" /><Relationship Type="http://schemas.openxmlformats.org/officeDocument/2006/relationships/slide" Target="/ppt/slides/slide16.xml" Id="R89dc44f1c8ab472d" /><Relationship Type="http://schemas.openxmlformats.org/officeDocument/2006/relationships/slide" Target="/ppt/slides/slide17.xml" Id="R247c48ebacbd46e1" /><Relationship Type="http://schemas.openxmlformats.org/officeDocument/2006/relationships/slide" Target="/ppt/slides/slide18.xml" Id="R662f61dd04484e35" /><Relationship Type="http://schemas.openxmlformats.org/officeDocument/2006/relationships/slide" Target="/ppt/slides/slide19.xml" Id="R6329ecaa9c524a65" /><Relationship Type="http://schemas.openxmlformats.org/officeDocument/2006/relationships/slide" Target="/ppt/slides/slide20.xml" Id="R686174fc87de46a0" /><Relationship Type="http://schemas.openxmlformats.org/officeDocument/2006/relationships/slide" Target="/ppt/slides/slide21.xml" Id="R9000d5e0d07f41d4" /><Relationship Type="http://schemas.openxmlformats.org/officeDocument/2006/relationships/slide" Target="/ppt/slides/slide22.xml" Id="R0fc7ebfb493a4629" /><Relationship Type="http://schemas.openxmlformats.org/officeDocument/2006/relationships/slide" Target="/ppt/slides/slide23.xml" Id="Rb99e303fad0f4e9b" /><Relationship Type="http://schemas.openxmlformats.org/officeDocument/2006/relationships/slide" Target="/ppt/slides/slide24.xml" Id="Rdcaddac045734b85" /><Relationship Type="http://schemas.openxmlformats.org/officeDocument/2006/relationships/slide" Target="/ppt/slides/slide25.xml" Id="Rf11316eaf0894140" /><Relationship Type="http://schemas.openxmlformats.org/officeDocument/2006/relationships/slide" Target="/ppt/slides/slide26.xml" Id="Rc0798799ff9c4f6d" /><Relationship Type="http://schemas.openxmlformats.org/officeDocument/2006/relationships/slide" Target="/ppt/slides/slide27.xml" Id="R63d5e8d0bde049f5" /><Relationship Type="http://schemas.openxmlformats.org/officeDocument/2006/relationships/slide" Target="/ppt/slides/slide28.xml" Id="Racc3120854294621" /><Relationship Type="http://schemas.openxmlformats.org/officeDocument/2006/relationships/slide" Target="/ppt/slides/slide29.xml" Id="R861788065b7d4373" /><Relationship Type="http://schemas.openxmlformats.org/officeDocument/2006/relationships/slide" Target="/ppt/slides/slide30.xml" Id="R3761929aeb2d4d5f" /><Relationship Type="http://schemas.openxmlformats.org/officeDocument/2006/relationships/slide" Target="/ppt/slides/slide31.xml" Id="R1add806e56ab49c8" /><Relationship Type="http://schemas.openxmlformats.org/officeDocument/2006/relationships/slide" Target="/ppt/slides/slide32.xml" Id="R3af89c37a6fd4ae5" /><Relationship Type="http://schemas.openxmlformats.org/officeDocument/2006/relationships/slide" Target="/ppt/slides/slide33.xml" Id="R9abf5222f70648dd" /><Relationship Type="http://schemas.openxmlformats.org/officeDocument/2006/relationships/slide" Target="/ppt/slides/slide34.xml" Id="R5e9cdc20c7b1442c" /><Relationship Type="http://schemas.openxmlformats.org/officeDocument/2006/relationships/slide" Target="/ppt/slides/slide35.xml" Id="Racf8c046fbae4046" /><Relationship Type="http://schemas.openxmlformats.org/officeDocument/2006/relationships/slide" Target="/ppt/slides/slide36.xml" Id="R4165ec4f348a47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564e67209645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cademic Slides · 学术蓝">
      <a:dk1>
        <a:srgbClr val="111827"/>
      </a:dk1>
      <a:lt1>
        <a:srgbClr val="FFFFFF"/>
      </a:lt1>
      <a:dk2>
        <a:srgbClr val="25345B"/>
      </a:dk2>
      <a:lt2>
        <a:srgbClr val="E9EDF4"/>
      </a:lt2>
      <a:accent1>
        <a:srgbClr val="364A7C"/>
      </a:accent1>
      <a:accent2>
        <a:srgbClr val="6482B5"/>
      </a:accent2>
      <a:accent3>
        <a:srgbClr val="2F766D"/>
      </a:accent3>
      <a:accent4>
        <a:srgbClr val="C88A2C"/>
      </a:accent4>
      <a:accent5>
        <a:srgbClr val="7B5A8E"/>
      </a:accent5>
      <a:accent6>
        <a:srgbClr val="A63C45"/>
      </a:accent6>
      <a:hlink>
        <a:srgbClr val="364A7C"/>
      </a:hlink>
      <a:folHlink>
        <a:srgbClr val="7B5A8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cademic Slides · 学术蓝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247d6061bf4e79" /><Relationship Type="http://schemas.openxmlformats.org/officeDocument/2006/relationships/notesMaster" Target="/ppt/notesMasters/notesMaster1.xml" Id="Rc9cfa426483248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f81491d7be46a7" /><Relationship Type="http://schemas.openxmlformats.org/officeDocument/2006/relationships/notesMaster" Target="/ppt/notesMasters/notesMaster1.xml" Id="R02297c9aa0b942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9b9882faa74014" /><Relationship Type="http://schemas.openxmlformats.org/officeDocument/2006/relationships/notesMaster" Target="/ppt/notesMasters/notesMaster1.xml" Id="R4a0aab76b25048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290a4dccf944b4" /><Relationship Type="http://schemas.openxmlformats.org/officeDocument/2006/relationships/notesMaster" Target="/ppt/notesMasters/notesMaster1.xml" Id="R81c05b04c65449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078751b9c04c50" /><Relationship Type="http://schemas.openxmlformats.org/officeDocument/2006/relationships/notesMaster" Target="/ppt/notesMasters/notesMaster1.xml" Id="Ra771e1a08b0740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3234d1a83b4eb0" /><Relationship Type="http://schemas.openxmlformats.org/officeDocument/2006/relationships/notesMaster" Target="/ppt/notesMasters/notesMaster1.xml" Id="R2fa042d00d3746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186b85ff024c77" /><Relationship Type="http://schemas.openxmlformats.org/officeDocument/2006/relationships/notesMaster" Target="/ppt/notesMasters/notesMaster1.xml" Id="R46fdc987d50b40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f6b1cdb56b495a" /><Relationship Type="http://schemas.openxmlformats.org/officeDocument/2006/relationships/notesMaster" Target="/ppt/notesMasters/notesMaster1.xml" Id="R06a50bf1586243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6d5c08a1e34e5c" /><Relationship Type="http://schemas.openxmlformats.org/officeDocument/2006/relationships/notesMaster" Target="/ppt/notesMasters/notesMaster1.xml" Id="R7d6ae851bc6942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517e6b79374788" /><Relationship Type="http://schemas.openxmlformats.org/officeDocument/2006/relationships/notesMaster" Target="/ppt/notesMasters/notesMaster1.xml" Id="Rebad905aaf8b4f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5b775ca7da4d37" /><Relationship Type="http://schemas.openxmlformats.org/officeDocument/2006/relationships/notesMaster" Target="/ppt/notesMasters/notesMaster1.xml" Id="R6a0a7c37358945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552d545e7d4e93" /><Relationship Type="http://schemas.openxmlformats.org/officeDocument/2006/relationships/notesMaster" Target="/ppt/notesMasters/notesMaster1.xml" Id="R7baa827d7c5a4c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10f2297a7345c0" /><Relationship Type="http://schemas.openxmlformats.org/officeDocument/2006/relationships/notesMaster" Target="/ppt/notesMasters/notesMaster1.xml" Id="Rfdbc2b65326c48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112fbfa55e4412" /><Relationship Type="http://schemas.openxmlformats.org/officeDocument/2006/relationships/notesMaster" Target="/ppt/notesMasters/notesMaster1.xml" Id="Redcbfb06468e44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69661c43864ad3" /><Relationship Type="http://schemas.openxmlformats.org/officeDocument/2006/relationships/notesMaster" Target="/ppt/notesMasters/notesMaster1.xml" Id="Rc680a4a712844f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8020a2f9794d13" /><Relationship Type="http://schemas.openxmlformats.org/officeDocument/2006/relationships/notesMaster" Target="/ppt/notesMasters/notesMaster1.xml" Id="Rb0778435312f497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e7eb9d108d4cea" /><Relationship Type="http://schemas.openxmlformats.org/officeDocument/2006/relationships/notesMaster" Target="/ppt/notesMasters/notesMaster1.xml" Id="R4c0531572fa74e8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50d4a823b9497d" /><Relationship Type="http://schemas.openxmlformats.org/officeDocument/2006/relationships/notesMaster" Target="/ppt/notesMasters/notesMaster1.xml" Id="Ra44c785c5c8342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9cee8a166d946ff" /><Relationship Type="http://schemas.openxmlformats.org/officeDocument/2006/relationships/notesMaster" Target="/ppt/notesMasters/notesMaster1.xml" Id="R2bd9b6cbc2e745c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ba02ace33cd471b" /><Relationship Type="http://schemas.openxmlformats.org/officeDocument/2006/relationships/notesMaster" Target="/ppt/notesMasters/notesMaster1.xml" Id="Rd97b68ae202d47c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9dcecb0020e412c" /><Relationship Type="http://schemas.openxmlformats.org/officeDocument/2006/relationships/notesMaster" Target="/ppt/notesMasters/notesMaster1.xml" Id="R9ca092cbf23a452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434f4196384f89" /><Relationship Type="http://schemas.openxmlformats.org/officeDocument/2006/relationships/notesMaster" Target="/ppt/notesMasters/notesMaster1.xml" Id="R007162cd2c65467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21c9bed1aff4fe4" /><Relationship Type="http://schemas.openxmlformats.org/officeDocument/2006/relationships/notesMaster" Target="/ppt/notesMasters/notesMaster1.xml" Id="R27c8be42d5a6411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7e7de7cdddc4440" /><Relationship Type="http://schemas.openxmlformats.org/officeDocument/2006/relationships/notesMaster" Target="/ppt/notesMasters/notesMaster1.xml" Id="R0d388ee78e1f4dc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11bfaaae84040ed" /><Relationship Type="http://schemas.openxmlformats.org/officeDocument/2006/relationships/notesMaster" Target="/ppt/notesMasters/notesMaster1.xml" Id="R16c778b0feb44fd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4c9e528fcd1400e" /><Relationship Type="http://schemas.openxmlformats.org/officeDocument/2006/relationships/notesMaster" Target="/ppt/notesMasters/notesMaster1.xml" Id="R1e597ac5363e432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e2a9f5268af43bc" /><Relationship Type="http://schemas.openxmlformats.org/officeDocument/2006/relationships/notesMaster" Target="/ppt/notesMasters/notesMaster1.xml" Id="Reac2daa5c6b046d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d1eb4bf98b74412" /><Relationship Type="http://schemas.openxmlformats.org/officeDocument/2006/relationships/notesMaster" Target="/ppt/notesMasters/notesMaster1.xml" Id="R1d211f49bd7e439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c616583069c46a1" /><Relationship Type="http://schemas.openxmlformats.org/officeDocument/2006/relationships/notesMaster" Target="/ppt/notesMasters/notesMaster1.xml" Id="Rd3fe3ccb9b47441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8c6fb7b131b4015" /><Relationship Type="http://schemas.openxmlformats.org/officeDocument/2006/relationships/notesMaster" Target="/ppt/notesMasters/notesMaster1.xml" Id="R3edb20b1ed5b444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e372e307e774b4a" /><Relationship Type="http://schemas.openxmlformats.org/officeDocument/2006/relationships/notesMaster" Target="/ppt/notesMasters/notesMaster1.xml" Id="R1c8ef9a10a9945d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85e1a96d32d4067" /><Relationship Type="http://schemas.openxmlformats.org/officeDocument/2006/relationships/notesMaster" Target="/ppt/notesMasters/notesMaster1.xml" Id="R5919bfc6c8a846c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99fa14d2a0144f2" /><Relationship Type="http://schemas.openxmlformats.org/officeDocument/2006/relationships/notesMaster" Target="/ppt/notesMasters/notesMaster1.xml" Id="R323f14b49a6844c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2989ab625d54e04" /><Relationship Type="http://schemas.openxmlformats.org/officeDocument/2006/relationships/notesMaster" Target="/ppt/notesMasters/notesMaster1.xml" Id="Rae5b9a3cd4c1406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37bea031814468a" /><Relationship Type="http://schemas.openxmlformats.org/officeDocument/2006/relationships/notesMaster" Target="/ppt/notesMasters/notesMaster1.xml" Id="R51ab4451160747b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79be854aace4591" /><Relationship Type="http://schemas.openxmlformats.org/officeDocument/2006/relationships/notesMaster" Target="/ppt/notesMasters/notesMaster1.xml" Id="Rf1814a878b604b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本页示范“毕业答辩·学术通用｜布局库”。封面只保留答辩必需身份信息，不承载摘要或结论。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过渡：下一页展示“布局库导航”。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毕业答辩通用版式注册表：cover；layoutId=cover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本页用四项示范自适应目录；正式答辩的章节数量由论文叙事决定。目录、章节首页和正文导航使用同一组章节名称；注册版式不自然匹配时，应按证据关系自定义画布。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过渡：下一页展示“结构型版式”。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毕业答辩通用版式注册表：agenda；layoutId=agenda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本页是中性的章节过渡示例。章节编号、名称和是否出现都由论文叙事决定；短汇报可以用正文导航完成过渡，不必设置独立章节页。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过渡：下一页展示“主张—证据”。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毕业答辩通用版式注册表：section-divider；layoutId=section-divider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本页示范“主张—证据”。先给结论，再用少量证据回答“凭什么”。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过渡：下一页展示“左图右文”。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毕业答辩通用版式注册表：claim-evidence；layoutId=claim-evidence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本页示范“左图右文”。先指明图中观察位置，再解释其学术意义。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过渡：下一页展示“左文右图”。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毕业答辩通用版式注册表：image-left-text-right；layoutId=image-left-text-right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本页示范“左文右图”。左侧告诉评委看什么，右侧证据回答是否成立。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过渡：下一页展示“双图严格对照”。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毕业答辩通用版式注册表：text-left-image-right；layoutId=text-left-image-right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本页示范“双图严格对照”。比较必须共享尺度或明确说明不同条件。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过渡：下一页展示“双图共同证据”。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毕业答辩通用版式注册表：image-compare；layoutId=image-compare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本页示范“双图共同证据”。两幅独立证据图各自有图注，底部综合为同一条结论。正式使用时，应先确认两图不是严格同尺度对照，也不是两个各自独立收束的主要结果。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过渡：下一页展示“图表与洞见”。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毕业答辩通用版式注册表：multi-image-evidence；layoutId=multi-image-evidence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本页示范“图表与洞见”。图表只突出一条最值得讲述的变化及其边界。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过渡：下一页展示“精确表格与结论”。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毕业答辩通用版式注册表：chart-insight；layoutId=chart-insight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本页示范“精确表格与结论”。当评委需要跨行列核对精确值时，保留精简表格。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过渡：下一页展示“核心公式—变量—意义”。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毕业答辩通用版式注册表：table-insight；layoutId=table-insight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本页示范“核心公式—变量—意义”。公式只有在直接解释方法、约束或结果时才出现。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过渡：下一页展示“有向流程与反馈”。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毕业答辩通用版式注册表：formula-visual；layoutId=formula-visual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本页示范“有向流程与反馈”。只有节点和连接具有明确语义时才绘制流程。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过渡：下一页展示“时间轴或阶段演进”。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毕业答辩通用版式注册表：process；layoutId=process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本页示范“时间轴或阶段演进”。时间轴回答“何时变化”，流程图回答“怎样发生”。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过渡：下一页展示“通用理论或系统框架”。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毕业答辩通用版式注册表：timeline；layoutId=timeline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本页示范“通用理论或系统框架”。每条连接都应能说清“支持、影响、包含或产出”。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过渡：下一页展示“三列并行概览”。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毕业答辩通用版式注册表：framework；layoutId=framework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本页示范“三列并行概览”。三列只用于三个真正并列、结构同构的维度。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过渡：下一页展示“三层递进分析”。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毕业答辩通用版式注册表：three-column-overview；layoutId=three-column-overview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本页示范“三层递进分析”。每一层必须对下一层构成包含、推导或抽象关系。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过渡：下一页展示“四点纵列清单”。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毕业答辩通用版式注册表：three-level-analysis；layoutId=three-level-analysis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本页示范“四点纵列清单”。四项是并列关系，不暗示顺序或因果。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过渡：下一页展示“三条同构内容”。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毕业答辩通用版式注册表：four-point-list；layoutId=four-point-list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本页示范“三条同构内容”。每行采用相同语法：标题、依据、解释与小结。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过渡：下一页展示“四个研究目标”。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毕业答辩通用版式注册表：three-row-content；layoutId=three-row-content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本页示范“四个研究目标”。目标写“要解决什么”，交付物写“完成后得到什么”。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过渡：下一页展示“论文研究框架”。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毕业答辩通用版式注册表：four-objectives；layoutId=four-objectives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本页示范“论文研究框架”。框架图必须表达研究关系，而不是复刻目录。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过渡：下一页展示“中心问题与辐射方法”。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毕业答辩通用版式注册表：thesis-framework；layoutId=thesis-framework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本页示范“中心问题与辐射方法”。外圈方法必须共同作用于一个真实中心，且彼此无先后。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过渡：下一页展示“四阶段带状流程”。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毕业答辩通用版式注册表：radial-methods；layoutId=radial-methods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本页示范“四阶段带状流程”。箭头和带状连接只在真实顺序存在时出现。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过渡：下一页展示“三项创新与证据”。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毕业答辩通用版式注册表：four-step-ribbon；layoutId=four-step-ribbon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本页示范“三项创新与证据”。每项创新都要回答“相对什么、做了什么、凭什么”。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过渡：下一页展示“四项结果闭环”。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毕业答辩通用版式注册表：innovation-brackets；layoutId=innovation-brackets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本页示范“四项结果闭环”。只有能够解释闭环方向时才使用循环布局。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过渡：下一页展示“双图双结论”。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毕业答辩通用版式注册表：four-results-cycle；layoutId=four-results-cycle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本页示范“双图双结论”。两图共享研究问题，但每张图保留独立观察结论。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过渡：下一页展示“大图与结论侧栏”。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毕业答辩通用版式注册表：two-image-results；layoutId=two-image-results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本页示范“大图与结论侧栏”。大图承担证据，侧栏只负责观察任务、结论和边界。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过渡：下一页展示“最终结论清单”。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毕业答辩通用版式注册表：figure-conclusion；layoutId=figure-conclusion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本页用四条示范自适应结论清单。每条结论都是回答，不是“做了什么”的过程复述；正式数量由论文结论决定。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过渡：下一页展示“三列可执行展望”。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毕业答辩通用版式注册表：conclusion-list；layoutId=conclusion-list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本页示范“三列可执行展望”。未来方向必须从当前边界出发，并有可验证交付物。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过渡：下一页展示“引文与分析”。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毕业答辩通用版式注册表：three-outlook-columns；layoutId=three-outlook-columns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本页示范“引文与分析”。引文提供原始证据，右侧分析说明其如何支持论点。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过渡：下一页展示“双案例或双文本比较”。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毕业答辩通用版式注册表：quote-analysis；layoutId=quote-analysis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本页示范“双案例或双文本比较”。左右两侧必须回答同一组比较问题。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过渡：下一页展示“主张—方法—证据—状态”。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毕业答辩通用版式注册表：case-compare；layoutId=case-compare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本页示范“主张—方法—证据—状态”。矩阵用于暴露证据缺口，不用于掩盖缺口。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过渡：下一页展示“贡献与证据对应”。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毕业答辩通用版式注册表：validation-matrix；layoutId=validation-matrix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本页示范“贡献与证据对应”。贡献由完成工作与证据定义，而不是由形容词定义。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过渡：下一页展示“当前边界与下一步验证”。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毕业答辩通用版式注册表：contribution；layoutId=contribution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本页示范“当前边界与下一步验证”。先限定已知结论，再提出最能降低不确定性的验证。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过渡：下一页展示“精选参考来源”。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毕业答辩通用版式注册表：limitations；layoutId=limitations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本页示范“精选参考来源”。只保留对口头论证关键且已在页内引用的来源。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过渡：下一页展示“证据优先自由画布”。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毕业答辩通用版式注册表：references；layoutId=references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本页示范“证据优先自由画布”。特殊证据优先于模板轮廓，但仍保留层级、对齐和来源。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过渡：下一页展示“感谢各位老师，请批评指正”。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毕业答辩通用版式注册表：free-evidence；layoutId=free-evidence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本页示范“感谢各位老师，请批评指正”。结尾页回扣最重要结论与边界，不加入新证据。 正式使用时，优先检查注册版式是否自然匹配；若不匹配，应按证据关系自定义可编辑画布。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过渡：版式画廊到此结束。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毕业答辩通用版式注册表：closing；layoutId=closing</a:t>
            </a:r>
          </a:p>
          <a:p xmlns:a="http://schemas.openxmlformats.org/drawingml/2006/main">
            <a:r>
              <a:t>- [design-tokens] 毕业答辩通用设计令牌；global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dceee52fd4c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4b3609b7c84b40" /><Relationship Type="http://schemas.openxmlformats.org/officeDocument/2006/relationships/slideLayout" Target="/ppt/slideLayouts/slideLayout1.xml" Id="R13fdc9d039134e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fdc9d039134e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cademic Slides · 学术蓝">
      <a:dk1>
        <a:srgbClr val="111827"/>
      </a:dk1>
      <a:lt1>
        <a:srgbClr val="FFFFFF"/>
      </a:lt1>
      <a:dk2>
        <a:srgbClr val="25345B"/>
      </a:dk2>
      <a:lt2>
        <a:srgbClr val="E9EDF4"/>
      </a:lt2>
      <a:accent1>
        <a:srgbClr val="364A7C"/>
      </a:accent1>
      <a:accent2>
        <a:srgbClr val="6482B5"/>
      </a:accent2>
      <a:accent3>
        <a:srgbClr val="2F766D"/>
      </a:accent3>
      <a:accent4>
        <a:srgbClr val="C88A2C"/>
      </a:accent4>
      <a:accent5>
        <a:srgbClr val="7B5A8E"/>
      </a:accent5>
      <a:accent6>
        <a:srgbClr val="A63C45"/>
      </a:accent6>
      <a:hlink>
        <a:srgbClr val="364A7C"/>
      </a:hlink>
      <a:folHlink>
        <a:srgbClr val="7B5A8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cademic Slides · 学术蓝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8144b8a3b444f" /><Relationship Type="http://schemas.openxmlformats.org/officeDocument/2006/relationships/notesSlide" Target="/ppt/notesSlides/notesSlide1.xml" Id="R5af844b6db4149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c800e72c44e74" /><Relationship Type="http://schemas.openxmlformats.org/officeDocument/2006/relationships/notesSlide" Target="/ppt/notesSlides/notesSlide2.xml" Id="R5de512e96b2040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98ff677834e04" /><Relationship Type="http://schemas.openxmlformats.org/officeDocument/2006/relationships/notesSlide" Target="/ppt/notesSlides/notesSlide3.xml" Id="R35f2c16a421743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e28a6c3944c39" /><Relationship Type="http://schemas.openxmlformats.org/officeDocument/2006/relationships/notesSlide" Target="/ppt/notesSlides/notesSlide4.xml" Id="R6f0b4e3b25a64d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49b90241e41c3" /><Relationship Type="http://schemas.openxmlformats.org/officeDocument/2006/relationships/notesSlide" Target="/ppt/notesSlides/notesSlide5.xml" Id="Rd19ceb7a7ac24b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4b5f32f054031" /><Relationship Type="http://schemas.openxmlformats.org/officeDocument/2006/relationships/notesSlide" Target="/ppt/notesSlides/notesSlide6.xml" Id="R5fd1cbc8c35d44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901edfcf14537" /><Relationship Type="http://schemas.openxmlformats.org/officeDocument/2006/relationships/notesSlide" Target="/ppt/notesSlides/notesSlide7.xml" Id="R0d165f6f27c84f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e273986a84185" /><Relationship Type="http://schemas.openxmlformats.org/officeDocument/2006/relationships/notesSlide" Target="/ppt/notesSlides/notesSlide8.xml" Id="R18ee70879a4248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086bb80c44bef" /><Relationship Type="http://schemas.openxmlformats.org/officeDocument/2006/relationships/chart" Target="/ppt/slides/charts/chart1.xml" Id="R18b6a2b412934fab" /><Relationship Type="http://schemas.openxmlformats.org/officeDocument/2006/relationships/notesSlide" Target="/ppt/notesSlides/notesSlide9.xml" Id="R0097667742064b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ec7305adf4e86" /><Relationship Type="http://schemas.openxmlformats.org/officeDocument/2006/relationships/notesSlide" Target="/ppt/notesSlides/notesSlide10.xml" Id="Rdfe61330571c4c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2dfb3e56a4165" /><Relationship Type="http://schemas.openxmlformats.org/officeDocument/2006/relationships/notesSlide" Target="/ppt/notesSlides/notesSlide11.xml" Id="Re5ebd44d1b3542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619ac7d9f40f3" /><Relationship Type="http://schemas.openxmlformats.org/officeDocument/2006/relationships/notesSlide" Target="/ppt/notesSlides/notesSlide12.xml" Id="R3bc93439552f49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d270c91304056" /><Relationship Type="http://schemas.openxmlformats.org/officeDocument/2006/relationships/notesSlide" Target="/ppt/notesSlides/notesSlide13.xml" Id="R6ee1b8450b9d45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f9fa131954d9c" /><Relationship Type="http://schemas.openxmlformats.org/officeDocument/2006/relationships/notesSlide" Target="/ppt/notesSlides/notesSlide14.xml" Id="Ra37b8fba359540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87bd98ad5421e" /><Relationship Type="http://schemas.openxmlformats.org/officeDocument/2006/relationships/notesSlide" Target="/ppt/notesSlides/notesSlide15.xml" Id="Rbd7528725a4e4d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ddbe2b8d34ee4" /><Relationship Type="http://schemas.openxmlformats.org/officeDocument/2006/relationships/notesSlide" Target="/ppt/notesSlides/notesSlide16.xml" Id="R46e67388d50d4d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dd2897ce749f6" /><Relationship Type="http://schemas.openxmlformats.org/officeDocument/2006/relationships/notesSlide" Target="/ppt/notesSlides/notesSlide17.xml" Id="R5b4cc303ba2c48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e939c6c9344ff" /><Relationship Type="http://schemas.openxmlformats.org/officeDocument/2006/relationships/notesSlide" Target="/ppt/notesSlides/notesSlide18.xml" Id="R50d9487dcd5a48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4352413da427a" /><Relationship Type="http://schemas.openxmlformats.org/officeDocument/2006/relationships/notesSlide" Target="/ppt/notesSlides/notesSlide19.xml" Id="R9744f01509424c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79a798d4c44ab" /><Relationship Type="http://schemas.openxmlformats.org/officeDocument/2006/relationships/notesSlide" Target="/ppt/notesSlides/notesSlide20.xml" Id="Rbb0f2366004b4c0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40984ef8d4ea1" /><Relationship Type="http://schemas.openxmlformats.org/officeDocument/2006/relationships/notesSlide" Target="/ppt/notesSlides/notesSlide21.xml" Id="R1feb03c302df4f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85337e9fc41f5" /><Relationship Type="http://schemas.openxmlformats.org/officeDocument/2006/relationships/notesSlide" Target="/ppt/notesSlides/notesSlide22.xml" Id="Rb5a9c71983a541b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e10521a714809" /><Relationship Type="http://schemas.openxmlformats.org/officeDocument/2006/relationships/notesSlide" Target="/ppt/notesSlides/notesSlide23.xml" Id="R98d47d98bf6a475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4fc18be104b53" /><Relationship Type="http://schemas.openxmlformats.org/officeDocument/2006/relationships/notesSlide" Target="/ppt/notesSlides/notesSlide24.xml" Id="Raf44a7bb7fb24cc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2d39675934e3d" /><Relationship Type="http://schemas.openxmlformats.org/officeDocument/2006/relationships/notesSlide" Target="/ppt/notesSlides/notesSlide25.xml" Id="R57984461af8d4ff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f240df30349e1" /><Relationship Type="http://schemas.openxmlformats.org/officeDocument/2006/relationships/notesSlide" Target="/ppt/notesSlides/notesSlide26.xml" Id="R38e19bd33d8f4bc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93f44c90d4506" /><Relationship Type="http://schemas.openxmlformats.org/officeDocument/2006/relationships/notesSlide" Target="/ppt/notesSlides/notesSlide27.xml" Id="R9a6c686abbf04ad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dd28bf7eb482c" /><Relationship Type="http://schemas.openxmlformats.org/officeDocument/2006/relationships/notesSlide" Target="/ppt/notesSlides/notesSlide28.xml" Id="R5aa47ea366e3483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998d0bcbe4d51" /><Relationship Type="http://schemas.openxmlformats.org/officeDocument/2006/relationships/notesSlide" Target="/ppt/notesSlides/notesSlide29.xml" Id="Rbfa4ce130bf544e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bac2b5f014a99" /><Relationship Type="http://schemas.openxmlformats.org/officeDocument/2006/relationships/notesSlide" Target="/ppt/notesSlides/notesSlide30.xml" Id="R9b83a5fa3f864df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18af170854dd5" /><Relationship Type="http://schemas.openxmlformats.org/officeDocument/2006/relationships/notesSlide" Target="/ppt/notesSlides/notesSlide31.xml" Id="R36266e4ab6f34bc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c718adcdd421e" /><Relationship Type="http://schemas.openxmlformats.org/officeDocument/2006/relationships/notesSlide" Target="/ppt/notesSlides/notesSlide32.xml" Id="Re710c22c3d0b4e2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0c98c388642a5" /><Relationship Type="http://schemas.openxmlformats.org/officeDocument/2006/relationships/notesSlide" Target="/ppt/notesSlides/notesSlide33.xml" Id="R48a6075145e44da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749c6dd2140a2" /><Relationship Type="http://schemas.openxmlformats.org/officeDocument/2006/relationships/notesSlide" Target="/ppt/notesSlides/notesSlide34.xml" Id="R1f8b49383fec49a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dda4a62694995" /><Relationship Type="http://schemas.openxmlformats.org/officeDocument/2006/relationships/notesSlide" Target="/ppt/notesSlides/notesSlide35.xml" Id="R4fa09bc2d651464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4ddf8948b487b" /><Relationship Type="http://schemas.openxmlformats.org/officeDocument/2006/relationships/notesSlide" Target="/ppt/notesSlides/notesSlide36.xml" Id="R31cf36d7b8364ce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示例序列</c:v>
          </c:tx>
          <c:spPr>
            <a:solidFill xmlns:a="http://schemas.openxmlformats.org/drawingml/2006/main">
              <a:srgbClr val="364A7C"/>
            </a:solidFill>
            <a:ln xmlns:a="http://schemas.openxmlformats.org/drawingml/2006/main" w="23813">
              <a:solidFill>
                <a:srgbClr val="364A7C"/>
              </a:solidFill>
              <a:prstDash val="solid"/>
            </a:ln>
          </c:spPr>
          <c:cat>
            <c:strLit>
              <c:ptCount val="4"/>
              <c:pt idx="0">
                <c:v>阶段 1</c:v>
              </c:pt>
              <c:pt idx="1">
                <c:v>阶段 2</c:v>
              </c:pt>
              <c:pt idx="2">
                <c:v>阶段 3</c:v>
              </c:pt>
              <c:pt idx="3">
                <c:v>阶段 4</c:v>
              </c:pt>
            </c:strLit>
          </c:cat>
          <c:val>
            <c:numLit>
              <c:formatCode>General</c:formatCode>
              <c:ptCount val="4"/>
              <c:pt idx="0">
                <c:v>50</c:v>
              </c:pt>
              <c:pt idx="1">
                <c:v>54</c:v>
              </c:pt>
              <c:pt idx="2">
                <c:v>58</c:v>
              </c:pt>
              <c:pt idx="3">
                <c:v>62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1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B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0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B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6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9D6D08F8-83F3-485A-A09D-2221427B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7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589FB599-104E-4EF2-B032-6DC7DE7C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480" y="544830"/>
            <a:ext cx="701040" cy="7010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56B6A269-9AD9-426A-97D7-5F81FBB1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720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cover-institution">
            <a:extLst xmlns:a="http://schemas.openxmlformats.org/drawingml/2006/main">
              <a:ext uri="{FF2B5EF4-FFF2-40B4-BE49-F238E27FC236}">
                <a16:creationId xmlns:a16="http://schemas.microsoft.com/office/drawing/2014/main" id="{9E204A66-68DC-4DDB-8037-6C5EFC8C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2353"/>
          </a:bodyPr>
          <a:lstStyle xmlns:a="http://schemas.openxmlformats.org/drawingml/2006/main"/>
          <a:p xmlns:a="http://schemas.openxmlformats.org/drawingml/2006/main">
            <a:pPr algn="ctr">
              <a:defRPr sz="17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cover-band">
            <a:extLst xmlns:a="http://schemas.openxmlformats.org/drawingml/2006/main">
              <a:ext uri="{FF2B5EF4-FFF2-40B4-BE49-F238E27FC236}">
                <a16:creationId xmlns:a16="http://schemas.microsoft.com/office/drawing/2014/main" id="{D269BC73-B8EA-4A31-9E2F-5FDB999E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52625"/>
            <a:ext cx="1219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CC9355B-BD5D-44B0-AB2B-FA606B91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10210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毕业答辩·学术通用｜布局库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37F6FB6-9934-46E4-9DBA-CDCCEC1F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 b="0" i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F4F7FC"/>
                </a:solidFill>
                <a:latin typeface="Arial"/>
                <a:ea typeface="Arial"/>
                <a:cs typeface="Arial"/>
              </a:rPr>
              <a:t>FINAL DEFENSE · UNIVERSAL ACADEMIC LAYOUT LIBRARY</a:t>
            </a:r>
          </a:p>
        </p:txBody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F09EF542-904B-43D6-88C4-8D7E40D6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答辩人：示范姓名    指导教师：示范姓名</a:t>
            </a:r>
          </a:p>
        </p:txBody>
      </p:sp>
      <p:sp>
        <p:nvSpPr>
          <p:cNvPr id="9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73CA8685-C3AF-40B6-A0A8-4A0FE899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721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培养单位：示范机构</a:t>
            </a:r>
          </a:p>
        </p:txBody>
      </p:sp>
    </p:spTree>
    <p:extLst>
      <p:ext uri="{BB962C8B-B14F-4D97-AF65-F5344CB8AC3E}">
        <p14:creationId xmlns:p14="http://schemas.microsoft.com/office/powerpoint/2010/main" val="1838473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D3F22FB4-314E-4B00-9FDA-C19C4CF0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AE97B5C9-18C7-43C3-B53A-10A8361F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" y="154305"/>
            <a:ext cx="320040" cy="3200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AF42A0B3-FE5F-4F49-8156-75161DAC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agenda-institution">
            <a:extLst xmlns:a="http://schemas.openxmlformats.org/drawingml/2006/main">
              <a:ext uri="{FF2B5EF4-FFF2-40B4-BE49-F238E27FC236}">
                <a16:creationId xmlns:a16="http://schemas.microsoft.com/office/drawing/2014/main" id="{1CA4BE7E-32B8-486F-ACF0-4E7573FE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agenda-capsule-halo">
            <a:extLst xmlns:a="http://schemas.openxmlformats.org/drawingml/2006/main">
              <a:ext uri="{FF2B5EF4-FFF2-40B4-BE49-F238E27FC236}">
                <a16:creationId xmlns:a16="http://schemas.microsoft.com/office/drawing/2014/main" id="{72BE2FB3-E381-4294-B0CE-7C79D79A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66850"/>
            <a:ext cx="3943350" cy="393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BB3C8"/>
          </a:solidFill>
          <a:ln xmlns:a="http://schemas.openxmlformats.org/drawingml/2006/main" w="0">
            <a:solidFill>
              <a:srgbClr val="ABB3C8"/>
            </a:solidFill>
            <a:prstDash val="solid"/>
          </a:ln>
        </p:spPr>
      </p:sp>
      <p:sp>
        <p:nvSpPr>
          <p:cNvPr id="6" name="agenda-capsule-halo-flat">
            <a:extLst xmlns:a="http://schemas.openxmlformats.org/drawingml/2006/main">
              <a:ext uri="{FF2B5EF4-FFF2-40B4-BE49-F238E27FC236}">
                <a16:creationId xmlns:a16="http://schemas.microsoft.com/office/drawing/2014/main" id="{2735567B-FC02-4885-949D-7B3314F5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66850"/>
            <a:ext cx="1971675" cy="393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B3C8"/>
          </a:solidFill>
          <a:ln xmlns:a="http://schemas.openxmlformats.org/drawingml/2006/main" w="0">
            <a:solidFill>
              <a:srgbClr val="ABB3C8"/>
            </a:solidFill>
            <a:prstDash val="solid"/>
          </a:ln>
        </p:spPr>
      </p:sp>
      <p:sp>
        <p:nvSpPr>
          <p:cNvPr id="7" name="agenda-capsule">
            <a:extLst xmlns:a="http://schemas.openxmlformats.org/drawingml/2006/main">
              <a:ext uri="{FF2B5EF4-FFF2-40B4-BE49-F238E27FC236}">
                <a16:creationId xmlns:a16="http://schemas.microsoft.com/office/drawing/2014/main" id="{31F9A6A3-0BAC-4B4C-AEE5-2525BE58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52575"/>
            <a:ext cx="3552825" cy="3752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8" name="agenda-capsule-flat">
            <a:extLst xmlns:a="http://schemas.openxmlformats.org/drawingml/2006/main">
              <a:ext uri="{FF2B5EF4-FFF2-40B4-BE49-F238E27FC236}">
                <a16:creationId xmlns:a16="http://schemas.microsoft.com/office/drawing/2014/main" id="{19A8AA2C-7CDA-49F8-A71A-7FD19F09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52575"/>
            <a:ext cx="17716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9" name="agenda-title-zh">
            <a:extLst xmlns:a="http://schemas.openxmlformats.org/drawingml/2006/main">
              <a:ext uri="{FF2B5EF4-FFF2-40B4-BE49-F238E27FC236}">
                <a16:creationId xmlns:a16="http://schemas.microsoft.com/office/drawing/2014/main" id="{F823DC37-82C7-4645-8D3C-08C02901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86050"/>
            <a:ext cx="1943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10" name="agenda-title-en">
            <a:extLst xmlns:a="http://schemas.openxmlformats.org/drawingml/2006/main">
              <a:ext uri="{FF2B5EF4-FFF2-40B4-BE49-F238E27FC236}">
                <a16:creationId xmlns:a16="http://schemas.microsoft.com/office/drawing/2014/main" id="{79440128-32B0-47A5-B4A7-F4D00479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9EEF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9EEF8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sp>
        <p:nvSpPr>
          <p:cNvPr id="11" name="agenda-band-1">
            <a:extLst xmlns:a="http://schemas.openxmlformats.org/drawingml/2006/main">
              <a:ext uri="{FF2B5EF4-FFF2-40B4-BE49-F238E27FC236}">
                <a16:creationId xmlns:a16="http://schemas.microsoft.com/office/drawing/2014/main" id="{3D1E02DD-2F7B-4914-9F47-BB9DAB01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24013"/>
            <a:ext cx="64008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12" name="agenda-number-halo-1">
            <a:extLst xmlns:a="http://schemas.openxmlformats.org/drawingml/2006/main">
              <a:ext uri="{FF2B5EF4-FFF2-40B4-BE49-F238E27FC236}">
                <a16:creationId xmlns:a16="http://schemas.microsoft.com/office/drawing/2014/main" id="{F8062EF1-3997-4821-9F44-46E2EA56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6287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agenda-dot-1">
            <a:extLst xmlns:a="http://schemas.openxmlformats.org/drawingml/2006/main">
              <a:ext uri="{FF2B5EF4-FFF2-40B4-BE49-F238E27FC236}">
                <a16:creationId xmlns:a16="http://schemas.microsoft.com/office/drawing/2014/main" id="{AF83B05A-2D73-4747-A44D-F0E8D61D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859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14" name="agenda-number-1">
            <a:extLst xmlns:a="http://schemas.openxmlformats.org/drawingml/2006/main">
              <a:ext uri="{FF2B5EF4-FFF2-40B4-BE49-F238E27FC236}">
                <a16:creationId xmlns:a16="http://schemas.microsoft.com/office/drawing/2014/main" id="{DC42887A-07C8-426A-9849-B82EB917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859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04B79517-A0F1-4A8C-82BA-2BE644ED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24013"/>
            <a:ext cx="5334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16" name="agenda-band-2">
            <a:extLst xmlns:a="http://schemas.openxmlformats.org/drawingml/2006/main">
              <a:ext uri="{FF2B5EF4-FFF2-40B4-BE49-F238E27FC236}">
                <a16:creationId xmlns:a16="http://schemas.microsoft.com/office/drawing/2014/main" id="{EAF1E597-F919-4B63-9DAA-47897D42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95563"/>
            <a:ext cx="64008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17" name="agenda-number-halo-2">
            <a:extLst xmlns:a="http://schemas.openxmlformats.org/drawingml/2006/main">
              <a:ext uri="{FF2B5EF4-FFF2-40B4-BE49-F238E27FC236}">
                <a16:creationId xmlns:a16="http://schemas.microsoft.com/office/drawing/2014/main" id="{92FAEC59-945D-4DA6-BAAE-97FA419A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6003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agenda-dot-2">
            <a:extLst xmlns:a="http://schemas.openxmlformats.org/drawingml/2006/main">
              <a:ext uri="{FF2B5EF4-FFF2-40B4-BE49-F238E27FC236}">
                <a16:creationId xmlns:a16="http://schemas.microsoft.com/office/drawing/2014/main" id="{FAA88165-61C3-4C5F-9B87-560B0926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6574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19" name="agenda-number-2">
            <a:extLst xmlns:a="http://schemas.openxmlformats.org/drawingml/2006/main">
              <a:ext uri="{FF2B5EF4-FFF2-40B4-BE49-F238E27FC236}">
                <a16:creationId xmlns:a16="http://schemas.microsoft.com/office/drawing/2014/main" id="{CD7E3912-8AB9-405F-9DA1-7D98AC07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6574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43DD8B87-5251-4E49-BAED-29042DC4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5563"/>
            <a:ext cx="5334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证据与方法</a:t>
            </a:r>
          </a:p>
        </p:txBody>
      </p:sp>
      <p:sp>
        <p:nvSpPr>
          <p:cNvPr id="21" name="agenda-band-3">
            <a:extLst xmlns:a="http://schemas.openxmlformats.org/drawingml/2006/main">
              <a:ext uri="{FF2B5EF4-FFF2-40B4-BE49-F238E27FC236}">
                <a16:creationId xmlns:a16="http://schemas.microsoft.com/office/drawing/2014/main" id="{E9B8BD91-00AD-401B-BB87-3918AF2C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67113"/>
            <a:ext cx="64008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2" name="agenda-number-halo-3">
            <a:extLst xmlns:a="http://schemas.openxmlformats.org/drawingml/2006/main">
              <a:ext uri="{FF2B5EF4-FFF2-40B4-BE49-F238E27FC236}">
                <a16:creationId xmlns:a16="http://schemas.microsoft.com/office/drawing/2014/main" id="{FA2A4CA3-A7B9-4D91-B016-9D7112A2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5718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agenda-dot-3">
            <a:extLst xmlns:a="http://schemas.openxmlformats.org/drawingml/2006/main">
              <a:ext uri="{FF2B5EF4-FFF2-40B4-BE49-F238E27FC236}">
                <a16:creationId xmlns:a16="http://schemas.microsoft.com/office/drawing/2014/main" id="{7E9F1D4F-E3AB-4EFA-B7CA-27CD36E5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6290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24" name="agenda-number-3">
            <a:extLst xmlns:a="http://schemas.openxmlformats.org/drawingml/2006/main">
              <a:ext uri="{FF2B5EF4-FFF2-40B4-BE49-F238E27FC236}">
                <a16:creationId xmlns:a16="http://schemas.microsoft.com/office/drawing/2014/main" id="{F4DD4269-1BC0-479D-ADC5-F71B4B0B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6290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agenda-title-3">
            <a:extLst xmlns:a="http://schemas.openxmlformats.org/drawingml/2006/main">
              <a:ext uri="{FF2B5EF4-FFF2-40B4-BE49-F238E27FC236}">
                <a16:creationId xmlns:a16="http://schemas.microsoft.com/office/drawing/2014/main" id="{63679FFC-0465-4CC4-84B1-B17C06E9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67113"/>
            <a:ext cx="5334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结构型版式</a:t>
            </a:r>
          </a:p>
        </p:txBody>
      </p:sp>
      <p:sp>
        <p:nvSpPr>
          <p:cNvPr id="26" name="agenda-band-4">
            <a:extLst xmlns:a="http://schemas.openxmlformats.org/drawingml/2006/main">
              <a:ext uri="{FF2B5EF4-FFF2-40B4-BE49-F238E27FC236}">
                <a16:creationId xmlns:a16="http://schemas.microsoft.com/office/drawing/2014/main" id="{597A0623-C31B-454E-8687-A400F159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38663"/>
            <a:ext cx="64008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7" name="agenda-number-halo-4">
            <a:extLst xmlns:a="http://schemas.openxmlformats.org/drawingml/2006/main">
              <a:ext uri="{FF2B5EF4-FFF2-40B4-BE49-F238E27FC236}">
                <a16:creationId xmlns:a16="http://schemas.microsoft.com/office/drawing/2014/main" id="{D13F264A-A6D3-41CA-A4C1-A6B4CB28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434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agenda-dot-4">
            <a:extLst xmlns:a="http://schemas.openxmlformats.org/drawingml/2006/main">
              <a:ext uri="{FF2B5EF4-FFF2-40B4-BE49-F238E27FC236}">
                <a16:creationId xmlns:a16="http://schemas.microsoft.com/office/drawing/2014/main" id="{AD313CE0-4F88-4E26-907B-235C2743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6005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29" name="agenda-number-4">
            <a:extLst xmlns:a="http://schemas.openxmlformats.org/drawingml/2006/main">
              <a:ext uri="{FF2B5EF4-FFF2-40B4-BE49-F238E27FC236}">
                <a16:creationId xmlns:a16="http://schemas.microsoft.com/office/drawing/2014/main" id="{464E6FA0-48A2-4943-8BA9-E5C6C747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6005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agenda-title-4">
            <a:extLst xmlns:a="http://schemas.openxmlformats.org/drawingml/2006/main">
              <a:ext uri="{FF2B5EF4-FFF2-40B4-BE49-F238E27FC236}">
                <a16:creationId xmlns:a16="http://schemas.microsoft.com/office/drawing/2014/main" id="{0212A1FF-F684-49DC-80F1-7CAF49B1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38663"/>
            <a:ext cx="5334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综合与收束</a:t>
            </a:r>
          </a:p>
        </p:txBody>
      </p:sp>
      <p:sp>
        <p:nvSpPr>
          <p:cNvPr id="31" name="agenda-page-number">
            <a:extLst xmlns:a="http://schemas.openxmlformats.org/drawingml/2006/main">
              <a:ext uri="{FF2B5EF4-FFF2-40B4-BE49-F238E27FC236}">
                <a16:creationId xmlns:a16="http://schemas.microsoft.com/office/drawing/2014/main" id="{32CB848D-716A-44E6-853D-282E5129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2532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E959C1CC-52D4-48DF-BA7A-99AE1ED3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15CC1B80-9106-4345-9BC5-296B6BCF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" y="154305"/>
            <a:ext cx="320040" cy="3200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9154C6B3-7720-48D2-9B98-7303AD91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section-institution">
            <a:extLst xmlns:a="http://schemas.openxmlformats.org/drawingml/2006/main">
              <a:ext uri="{FF2B5EF4-FFF2-40B4-BE49-F238E27FC236}">
                <a16:creationId xmlns:a16="http://schemas.microsoft.com/office/drawing/2014/main" id="{21A23CDB-C54E-493F-A3BF-66923704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header-rule">
            <a:extLst xmlns:a="http://schemas.openxmlformats.org/drawingml/2006/main">
              <a:ext uri="{FF2B5EF4-FFF2-40B4-BE49-F238E27FC236}">
                <a16:creationId xmlns:a16="http://schemas.microsoft.com/office/drawing/2014/main" id="{31C52B80-E1A7-4808-8212-2E838D4F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F394ADE5-AB59-4875-88C5-387D49FE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66850"/>
            <a:ext cx="1219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00" b="1" i="0">
                <a:solidFill>
                  <a:srgbClr val="5D667A"/>
                </a:solidFill>
                <a:latin typeface="Arial"/>
                <a:ea typeface="Arial"/>
                <a:cs typeface="Arial"/>
              </a:defRPr>
            </a:pPr>
            <a:r>
              <a:rPr sz="2200" b="1" i="0">
                <a:solidFill>
                  <a:srgbClr val="5D667A"/>
                </a:solidFill>
                <a:latin typeface="Arial"/>
                <a:ea typeface="Arial"/>
                <a:cs typeface="Arial"/>
              </a:rPr>
              <a:t>PART XX</a:t>
            </a:r>
          </a:p>
        </p:txBody>
      </p:sp>
      <p:sp>
        <p:nvSpPr>
          <p:cNvPr id="7" name="section-band">
            <a:extLst xmlns:a="http://schemas.openxmlformats.org/drawingml/2006/main">
              <a:ext uri="{FF2B5EF4-FFF2-40B4-BE49-F238E27FC236}">
                <a16:creationId xmlns:a16="http://schemas.microsoft.com/office/drawing/2014/main" id="{5D326048-0807-43EE-9D05-F5875D96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8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DCC74D61-B79F-484F-B2EF-F4FFB723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7159"/>
          </a:bodyPr>
          <a:lstStyle xmlns:a="http://schemas.openxmlformats.org/drawingml/2006/main"/>
          <a:p xmlns:a="http://schemas.openxmlformats.org/drawingml/2006/main">
            <a:pPr algn="ctr">
              <a:def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章节过渡页</a:t>
            </a:r>
          </a:p>
        </p:txBody>
      </p:sp>
      <p:sp>
        <p:nvSpPr>
          <p:cNvPr id="9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13879E68-C40D-4195-A7D4-BAA0FD38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E7EBF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E7EBF4"/>
                </a:solidFill>
                <a:latin typeface="Arial"/>
                <a:ea typeface="Arial"/>
                <a:cs typeface="Arial"/>
              </a:rPr>
              <a:t>SECTION DIVIDER · ADAPTIVE NARRATIVE</a:t>
            </a:r>
          </a:p>
        </p:txBody>
      </p:sp>
      <p:sp>
        <p:nvSpPr>
          <p:cNvPr id="10" name="section-bridge">
            <a:extLst xmlns:a="http://schemas.openxmlformats.org/drawingml/2006/main">
              <a:ext uri="{FF2B5EF4-FFF2-40B4-BE49-F238E27FC236}">
                <a16:creationId xmlns:a16="http://schemas.microsoft.com/office/drawing/2014/main" id="{0A28C79B-0748-4ACE-9DD3-379950F6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章节页只在重要转折出现，编号、名称与是否使用均由叙事决定。</a:t>
            </a:r>
          </a:p>
        </p:txBody>
      </p:sp>
    </p:spTree>
    <p:extLst>
      <p:ext uri="{BB962C8B-B14F-4D97-AF65-F5344CB8AC3E}">
        <p14:creationId xmlns:p14="http://schemas.microsoft.com/office/powerpoint/2010/main" val="9506094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5129B38C-E2AF-43AD-9DD8-B8EC4FAC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26A79CCA-C276-4B15-9FFE-624F621C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435D4857-C739-4534-BF66-88AB3872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2EE19588-BF42-45D7-868D-031F10EA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61AE3D53-F7D8-46C4-AFFD-E2E897E5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FDDA806E-3767-41E4-9C12-74B827F9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-active">
            <a:extLst xmlns:a="http://schemas.openxmlformats.org/drawingml/2006/main">
              <a:ext uri="{FF2B5EF4-FFF2-40B4-BE49-F238E27FC236}">
                <a16:creationId xmlns:a16="http://schemas.microsoft.com/office/drawing/2014/main" id="{CDE4FDDF-5D56-4180-907E-BD2B387C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6239B473-D87D-44ED-8A49-97858B41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1D7F0C8A-8539-48B0-AD14-B92B2DFB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C8749079-6AC3-456A-AD9F-18882C0A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ACA46531-51BF-4C34-941E-77A9F87D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4FD3A8EE-4392-455C-9885-1C695345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1CE4102-A718-440C-AA38-48C12AB4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99E0CA1-DD5B-4CF3-884D-8674B61F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97D65B-37D5-4085-91A8-D5BD8629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主张—证据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C09588-8DBE-4911-98C7-0194A1D7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primary-claim">
            <a:extLst xmlns:a="http://schemas.openxmlformats.org/drawingml/2006/main">
              <a:ext uri="{FF2B5EF4-FFF2-40B4-BE49-F238E27FC236}">
                <a16:creationId xmlns:a16="http://schemas.microsoft.com/office/drawing/2014/main" id="{D9A5F29F-AC64-498C-90BA-57599113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62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先给结论，再用少量证据回答“凭什么”。</a:t>
            </a:r>
          </a:p>
        </p:txBody>
      </p:sp>
      <p:sp>
        <p:nvSpPr>
          <p:cNvPr id="18" name="claim-accent">
            <a:extLst xmlns:a="http://schemas.openxmlformats.org/drawingml/2006/main">
              <a:ext uri="{FF2B5EF4-FFF2-40B4-BE49-F238E27FC236}">
                <a16:creationId xmlns:a16="http://schemas.microsoft.com/office/drawing/2014/main" id="{6238E8DE-D84A-4D4E-AB00-B7155BB9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2C"/>
          </a:solidFill>
          <a:ln xmlns:a="http://schemas.openxmlformats.org/drawingml/2006/main" w="0">
            <a:solidFill>
              <a:srgbClr val="C88A2C"/>
            </a:solidFill>
            <a:prstDash val="solid"/>
          </a:ln>
        </p:spPr>
      </p:sp>
      <p:sp>
        <p:nvSpPr>
          <p:cNvPr id="19" name="evidence-index-1">
            <a:extLst xmlns:a="http://schemas.openxmlformats.org/drawingml/2006/main">
              <a:ext uri="{FF2B5EF4-FFF2-40B4-BE49-F238E27FC236}">
                <a16:creationId xmlns:a16="http://schemas.microsoft.com/office/drawing/2014/main" id="{C1AC4258-756F-4EB0-BF56-40F567E1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20" name="evidence-index-text-1">
            <a:extLst xmlns:a="http://schemas.openxmlformats.org/drawingml/2006/main">
              <a:ext uri="{FF2B5EF4-FFF2-40B4-BE49-F238E27FC236}">
                <a16:creationId xmlns:a16="http://schemas.microsoft.com/office/drawing/2014/main" id="{A56599B8-FF52-45BC-A3AF-4B085C8A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29330EF4-A905-4181-9072-05BB210E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479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材料依据</a:t>
            </a:r>
          </a:p>
        </p:txBody>
      </p:sp>
      <p:sp>
        <p:nvSpPr>
          <p:cNvPr id="22" name="evidence-body-1">
            <a:extLst xmlns:a="http://schemas.openxmlformats.org/drawingml/2006/main">
              <a:ext uri="{FF2B5EF4-FFF2-40B4-BE49-F238E27FC236}">
                <a16:creationId xmlns:a16="http://schemas.microsoft.com/office/drawing/2014/main" id="{9A17DA19-635D-4EF8-BD00-EFCBCF42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说明证据来自哪里</a:t>
            </a:r>
          </a:p>
        </p:txBody>
      </p:sp>
      <p:sp>
        <p:nvSpPr>
          <p:cNvPr id="23" name="evidence-rule-1">
            <a:extLst xmlns:a="http://schemas.openxmlformats.org/drawingml/2006/main">
              <a:ext uri="{FF2B5EF4-FFF2-40B4-BE49-F238E27FC236}">
                <a16:creationId xmlns:a16="http://schemas.microsoft.com/office/drawing/2014/main" id="{0159DFFD-36C2-4C25-8411-F043B62A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76625"/>
            <a:ext cx="594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24" name="evidence-index-2">
            <a:extLst xmlns:a="http://schemas.openxmlformats.org/drawingml/2006/main">
              <a:ext uri="{FF2B5EF4-FFF2-40B4-BE49-F238E27FC236}">
                <a16:creationId xmlns:a16="http://schemas.microsoft.com/office/drawing/2014/main" id="{C306676E-F570-40E6-A2AC-1D41D59A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BF4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25" name="evidence-index-text-2">
            <a:extLst xmlns:a="http://schemas.openxmlformats.org/drawingml/2006/main">
              <a:ext uri="{FF2B5EF4-FFF2-40B4-BE49-F238E27FC236}">
                <a16:creationId xmlns:a16="http://schemas.microsoft.com/office/drawing/2014/main" id="{C4534498-DB86-42D8-AFD7-060C11B4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C4FCBD0A-50DA-41CA-B597-7C8F2BED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433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结果依据</a:t>
            </a:r>
          </a:p>
        </p:txBody>
      </p:sp>
      <p:sp>
        <p:nvSpPr>
          <p:cNvPr id="27" name="evidence-body-2">
            <a:extLst xmlns:a="http://schemas.openxmlformats.org/drawingml/2006/main">
              <a:ext uri="{FF2B5EF4-FFF2-40B4-BE49-F238E27FC236}">
                <a16:creationId xmlns:a16="http://schemas.microsoft.com/office/drawing/2014/main" id="{5B0A5C86-6853-4645-BB10-9B722AD9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43300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说明观察到什么</a:t>
            </a:r>
          </a:p>
        </p:txBody>
      </p:sp>
      <p:sp>
        <p:nvSpPr>
          <p:cNvPr id="28" name="evidence-rule-2">
            <a:extLst xmlns:a="http://schemas.openxmlformats.org/drawingml/2006/main">
              <a:ext uri="{FF2B5EF4-FFF2-40B4-BE49-F238E27FC236}">
                <a16:creationId xmlns:a16="http://schemas.microsoft.com/office/drawing/2014/main" id="{DC81349B-9B0A-48EE-BF8F-BDE44C6A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71975"/>
            <a:ext cx="594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29" name="evidence-index-3">
            <a:extLst xmlns:a="http://schemas.openxmlformats.org/drawingml/2006/main">
              <a:ext uri="{FF2B5EF4-FFF2-40B4-BE49-F238E27FC236}">
                <a16:creationId xmlns:a16="http://schemas.microsoft.com/office/drawing/2014/main" id="{0CD497EF-3D52-4385-8434-FB04A940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BF4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30" name="evidence-index-text-3">
            <a:extLst xmlns:a="http://schemas.openxmlformats.org/drawingml/2006/main">
              <a:ext uri="{FF2B5EF4-FFF2-40B4-BE49-F238E27FC236}">
                <a16:creationId xmlns:a16="http://schemas.microsoft.com/office/drawing/2014/main" id="{E9342B7F-3FDF-4C37-B04A-4516EB08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1" name="evidence-title-3">
            <a:extLst xmlns:a="http://schemas.openxmlformats.org/drawingml/2006/main">
              <a:ext uri="{FF2B5EF4-FFF2-40B4-BE49-F238E27FC236}">
                <a16:creationId xmlns:a16="http://schemas.microsoft.com/office/drawing/2014/main" id="{2D1C5A2E-8854-47CA-A0F9-E541EEF9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386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边界依据</a:t>
            </a:r>
          </a:p>
        </p:txBody>
      </p:sp>
      <p:sp>
        <p:nvSpPr>
          <p:cNvPr id="32" name="evidence-body-3">
            <a:extLst xmlns:a="http://schemas.openxmlformats.org/drawingml/2006/main">
              <a:ext uri="{FF2B5EF4-FFF2-40B4-BE49-F238E27FC236}">
                <a16:creationId xmlns:a16="http://schemas.microsoft.com/office/drawing/2014/main" id="{6AD65A01-E61C-4851-B843-2589A2B0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38650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说明结论支持到哪里</a:t>
            </a:r>
          </a:p>
        </p:txBody>
      </p:sp>
      <p:sp>
        <p:nvSpPr>
          <p:cNvPr id="33" name="evidence-summary">
            <a:extLst xmlns:a="http://schemas.openxmlformats.org/drawingml/2006/main">
              <a:ext uri="{FF2B5EF4-FFF2-40B4-BE49-F238E27FC236}">
                <a16:creationId xmlns:a16="http://schemas.microsoft.com/office/drawing/2014/main" id="{AEA4BEA9-DCDE-479C-BCBD-51C55599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47950"/>
            <a:ext cx="34861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34" name="evidence-summary-label">
            <a:extLst xmlns:a="http://schemas.openxmlformats.org/drawingml/2006/main">
              <a:ext uri="{FF2B5EF4-FFF2-40B4-BE49-F238E27FC236}">
                <a16:creationId xmlns:a16="http://schemas.microsoft.com/office/drawing/2014/main" id="{3B7B66E8-2F77-4E74-9673-79CB8D42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956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5312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证据综合</a:t>
            </a:r>
          </a:p>
        </p:txBody>
      </p:sp>
      <p:sp>
        <p:nvSpPr>
          <p:cNvPr id="35" name="evidence-summary-text">
            <a:extLst xmlns:a="http://schemas.openxmlformats.org/drawingml/2006/main">
              <a:ext uri="{FF2B5EF4-FFF2-40B4-BE49-F238E27FC236}">
                <a16:creationId xmlns:a16="http://schemas.microsoft.com/office/drawing/2014/main" id="{E018B2B3-CC20-4CC8-B1A7-7F34A188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28384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64"/>
          </a:bodyPr>
          <a:lstStyle xmlns:a="http://schemas.openxmlformats.org/drawingml/2006/main"/>
          <a:p xmlns:a="http://schemas.openxmlformats.org/drawingml/2006/main">
            <a:pPr algn="l">
              <a:defRPr sz="22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材料依据说明来源，结果依据说明发现，边界依据限定结论强度；三者共同完成可辩护的主张。</a:t>
            </a:r>
          </a:p>
        </p:txBody>
      </p:sp>
      <p:sp>
        <p:nvSpPr>
          <p:cNvPr id="36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092F3A8-D7CE-46A2-BF4D-54C9536C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37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E4528758-EE26-4563-A8CA-320B3F15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1051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先给判断，再交代证据链，并明确结论支持到哪里。</a:t>
            </a:r>
          </a:p>
        </p:txBody>
      </p:sp>
    </p:spTree>
    <p:extLst>
      <p:ext uri="{BB962C8B-B14F-4D97-AF65-F5344CB8AC3E}">
        <p14:creationId xmlns:p14="http://schemas.microsoft.com/office/powerpoint/2010/main" val="18087864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28DCF915-FFDB-4270-9B1B-034F8C55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516FD0F9-809D-4C83-A079-8C6A0225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56F10C6D-6A0F-45AB-82E8-07A0C422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963FEE86-2C4C-4F2D-8138-F1D28EEB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D714A1FD-C99F-4821-8FE0-8ECF12C0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49393E8E-BACA-420F-9884-AC21B915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-active">
            <a:extLst xmlns:a="http://schemas.openxmlformats.org/drawingml/2006/main">
              <a:ext uri="{FF2B5EF4-FFF2-40B4-BE49-F238E27FC236}">
                <a16:creationId xmlns:a16="http://schemas.microsoft.com/office/drawing/2014/main" id="{40F217D3-C203-4068-90A9-9FE350BC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0F788198-3D40-437B-9DFE-696C69B0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27B08618-03D7-4E13-BC6D-E5B73434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56E07D08-6BFE-492A-B22B-B094D0CD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12D3D383-C9FA-45A1-A80F-D4B4346F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0D199842-4DE3-4F20-A5D2-2880CFAD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1D8D07C-7447-413D-A52F-C3991CC0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EE54508-F96F-4BDF-BE6E-DF78ABC1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1683A2-3DAE-4ADB-85B7-DEFD1B59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左图右文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75B6427C-960A-45D8-A6D8-E522A8FE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primary-evidence-image-frame">
            <a:extLst xmlns:a="http://schemas.openxmlformats.org/drawingml/2006/main">
              <a:ext uri="{FF2B5EF4-FFF2-40B4-BE49-F238E27FC236}">
                <a16:creationId xmlns:a16="http://schemas.microsoft.com/office/drawing/2014/main" id="{64C3222A-0605-49D6-A543-7E2265A9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4483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D5DBE6"/>
            </a:solidFill>
            <a:prstDash val="solid"/>
          </a:ln>
        </p:spPr>
      </p:sp>
      <p:sp>
        <p:nvSpPr>
          <p:cNvPr id="18" name="primary-evidence-image-placeholder">
            <a:extLst xmlns:a="http://schemas.openxmlformats.org/drawingml/2006/main">
              <a:ext uri="{FF2B5EF4-FFF2-40B4-BE49-F238E27FC236}">
                <a16:creationId xmlns:a16="http://schemas.microsoft.com/office/drawing/2014/main" id="{8B3F4F72-79E5-4AEB-9D53-047D939F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24025"/>
            <a:ext cx="53149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主证据图</a:t>
            </a:r>
          </a:p>
        </p:txBody>
      </p:sp>
      <p:sp>
        <p:nvSpPr>
          <p:cNvPr id="19" name="image-interpretation-claim">
            <a:extLst xmlns:a="http://schemas.openxmlformats.org/drawingml/2006/main">
              <a:ext uri="{FF2B5EF4-FFF2-40B4-BE49-F238E27FC236}">
                <a16:creationId xmlns:a16="http://schemas.microsoft.com/office/drawing/2014/main" id="{C7CD713B-9DA5-4F74-9880-92FC1247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先指明图中观察位置，再解释其学术意义。</a:t>
            </a:r>
          </a:p>
        </p:txBody>
      </p:sp>
      <p:sp>
        <p:nvSpPr>
          <p:cNvPr id="20" name="image-interpretation-bullets">
            <a:extLst xmlns:a="http://schemas.openxmlformats.org/drawingml/2006/main">
              <a:ext uri="{FF2B5EF4-FFF2-40B4-BE49-F238E27FC236}">
                <a16:creationId xmlns:a16="http://schemas.microsoft.com/office/drawing/2014/main" id="{60CA4019-6E5F-4B08-981D-2D393C20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5143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观察任务：请先看标注区域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•  解释：只保留理解图像所需信息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•  结论：一句话收束证据意义</a:t>
            </a:r>
          </a:p>
        </p:txBody>
      </p:sp>
    </p:spTree>
    <p:extLst>
      <p:ext uri="{BB962C8B-B14F-4D97-AF65-F5344CB8AC3E}">
        <p14:creationId xmlns:p14="http://schemas.microsoft.com/office/powerpoint/2010/main" val="4076468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2D3AA708-2AE4-4190-ADD5-1FC6B26B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30A02C78-3143-47AB-9129-FA601785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093BBFA9-8949-4395-860E-013A7999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EEB431C1-8379-48D3-AF11-35B70041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4D2B60E2-3F50-4C33-A62E-FC74ACA3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B3B15414-0FCF-4DEB-830C-7682EAC0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-active">
            <a:extLst xmlns:a="http://schemas.openxmlformats.org/drawingml/2006/main">
              <a:ext uri="{FF2B5EF4-FFF2-40B4-BE49-F238E27FC236}">
                <a16:creationId xmlns:a16="http://schemas.microsoft.com/office/drawing/2014/main" id="{50F29466-0D10-408C-9772-402B53D0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F72F6704-645B-45FA-BA91-429E47A3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66D7F936-02D2-45E7-8A7F-DCFADB41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CA7DA17C-0F1D-4348-87B3-2E44EA5A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1C36167B-B624-4EBF-AF65-5E1A7EFE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28E223C6-F19E-4E2A-9329-23B487BD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75576E8-70E0-4BF0-84DB-2083E0E0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C5D5FE8-C157-4FED-8258-4FF6FA75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9F7273-E4A3-4346-992D-8C52E4E3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左文右图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E933FD4E-1EB1-410D-B7A1-81C550B1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primary-evidence-image-frame">
            <a:extLst xmlns:a="http://schemas.openxmlformats.org/drawingml/2006/main">
              <a:ext uri="{FF2B5EF4-FFF2-40B4-BE49-F238E27FC236}">
                <a16:creationId xmlns:a16="http://schemas.microsoft.com/office/drawing/2014/main" id="{7C9983AA-9BC4-4792-9B40-533297AB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57350"/>
            <a:ext cx="61341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D5DBE6"/>
            </a:solidFill>
            <a:prstDash val="solid"/>
          </a:ln>
        </p:spPr>
      </p:sp>
      <p:sp>
        <p:nvSpPr>
          <p:cNvPr id="18" name="primary-evidence-image-placeholder">
            <a:extLst xmlns:a="http://schemas.openxmlformats.org/drawingml/2006/main">
              <a:ext uri="{FF2B5EF4-FFF2-40B4-BE49-F238E27FC236}">
                <a16:creationId xmlns:a16="http://schemas.microsoft.com/office/drawing/2014/main" id="{D04D52FD-BD08-4D48-8D67-1C7DBEAB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724025"/>
            <a:ext cx="60007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主证据图</a:t>
            </a:r>
          </a:p>
        </p:txBody>
      </p:sp>
      <p:sp>
        <p:nvSpPr>
          <p:cNvPr id="19" name="image-interpretation-claim">
            <a:extLst xmlns:a="http://schemas.openxmlformats.org/drawingml/2006/main">
              <a:ext uri="{FF2B5EF4-FFF2-40B4-BE49-F238E27FC236}">
                <a16:creationId xmlns:a16="http://schemas.microsoft.com/office/drawing/2014/main" id="{D7F23583-15B3-4BFE-BABA-030F6338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55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左侧告诉评委看什么，右侧证据回答是否成立。</a:t>
            </a:r>
          </a:p>
        </p:txBody>
      </p:sp>
      <p:sp>
        <p:nvSpPr>
          <p:cNvPr id="20" name="image-interpretation-bullets">
            <a:extLst xmlns:a="http://schemas.openxmlformats.org/drawingml/2006/main">
              <a:ext uri="{FF2B5EF4-FFF2-40B4-BE49-F238E27FC236}">
                <a16:creationId xmlns:a16="http://schemas.microsoft.com/office/drawing/2014/main" id="{95B26EE5-9E94-489B-B4D7-1ED99526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5529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先给观察问题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•  再给判断标准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•  最后用图像验证</a:t>
            </a:r>
          </a:p>
        </p:txBody>
      </p:sp>
    </p:spTree>
    <p:extLst>
      <p:ext uri="{BB962C8B-B14F-4D97-AF65-F5344CB8AC3E}">
        <p14:creationId xmlns:p14="http://schemas.microsoft.com/office/powerpoint/2010/main" val="6032237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C811C0F5-A4B2-4C4F-BFC9-D09C30D6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F9A56385-3F7F-4C37-B168-664F1395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3A4044CB-3483-41E7-B492-3D64EE00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EEC48834-8B98-415D-B79B-55715377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FAACB813-27EC-4A64-AFF2-6209C0EB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1572C8B2-0920-42FA-B17A-FBEE2A12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-active">
            <a:extLst xmlns:a="http://schemas.openxmlformats.org/drawingml/2006/main">
              <a:ext uri="{FF2B5EF4-FFF2-40B4-BE49-F238E27FC236}">
                <a16:creationId xmlns:a16="http://schemas.microsoft.com/office/drawing/2014/main" id="{22BFC7F7-4FAA-4BAB-BF8C-7B965A70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45533D62-1D9B-45D6-90E4-96B4444C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87377F27-F468-4A67-9D83-EFE6D63D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F5FF3C29-C9D5-4C99-8C5C-8E896FF8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1620A087-78A7-49A9-AE80-E27EAE6C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1D633AC6-DC3F-4BDE-AD05-0BC11B44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A9D9596-567A-4166-B533-F9A008FC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4A5A94A-4E4C-41D5-9EDA-D01C6CA6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C93513-C532-4735-A494-CC54750D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双图严格对照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6A0B0B68-7CFD-48E0-A1F2-BC0F1350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compare-left-label">
            <a:extLst xmlns:a="http://schemas.openxmlformats.org/drawingml/2006/main">
              <a:ext uri="{FF2B5EF4-FFF2-40B4-BE49-F238E27FC236}">
                <a16:creationId xmlns:a16="http://schemas.microsoft.com/office/drawing/2014/main" id="{62420E6A-0C95-4F28-AADA-5B3F4C9E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495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  <p:txBody>
          <a:bodyPr xmlns:a="http://schemas.openxmlformats.org/drawingml/2006/main" anchor="ctr">
            <a:normAutofit fontScale="64472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对照 A</a:t>
            </a:r>
          </a:p>
        </p:txBody>
      </p:sp>
      <p:sp>
        <p:nvSpPr>
          <p:cNvPr id="18" name="compare-right-label">
            <a:extLst xmlns:a="http://schemas.openxmlformats.org/drawingml/2006/main">
              <a:ext uri="{FF2B5EF4-FFF2-40B4-BE49-F238E27FC236}">
                <a16:creationId xmlns:a16="http://schemas.microsoft.com/office/drawing/2014/main" id="{0181AEBD-7713-4A8B-985B-D1550CCA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38300"/>
            <a:ext cx="495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  <p:txBody>
          <a:bodyPr xmlns:a="http://schemas.openxmlformats.org/drawingml/2006/main" anchor="ctr">
            <a:normAutofit fontScale="64472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对照 B</a:t>
            </a:r>
          </a:p>
        </p:txBody>
      </p:sp>
      <p:sp>
        <p:nvSpPr>
          <p:cNvPr id="19" name="compare-left-frame">
            <a:extLst xmlns:a="http://schemas.openxmlformats.org/drawingml/2006/main">
              <a:ext uri="{FF2B5EF4-FFF2-40B4-BE49-F238E27FC236}">
                <a16:creationId xmlns:a16="http://schemas.microsoft.com/office/drawing/2014/main" id="{FA38DE25-BB43-496D-8466-3F46AF8F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9530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D5DBE6"/>
            </a:solidFill>
            <a:prstDash val="solid"/>
          </a:ln>
        </p:spPr>
      </p:sp>
      <p:sp>
        <p:nvSpPr>
          <p:cNvPr id="20" name="compare-left-placeholder">
            <a:extLst xmlns:a="http://schemas.openxmlformats.org/drawingml/2006/main">
              <a:ext uri="{FF2B5EF4-FFF2-40B4-BE49-F238E27FC236}">
                <a16:creationId xmlns:a16="http://schemas.microsoft.com/office/drawing/2014/main" id="{52E88C77-DC89-4923-A93F-582CE875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43125"/>
            <a:ext cx="48196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 A</a:t>
            </a:r>
          </a:p>
        </p:txBody>
      </p:sp>
      <p:sp>
        <p:nvSpPr>
          <p:cNvPr id="21" name="compare-right-frame">
            <a:extLst xmlns:a="http://schemas.openxmlformats.org/drawingml/2006/main">
              <a:ext uri="{FF2B5EF4-FFF2-40B4-BE49-F238E27FC236}">
                <a16:creationId xmlns:a16="http://schemas.microsoft.com/office/drawing/2014/main" id="{9DA6F59A-2AE0-40B6-84EB-5CF05B2F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49530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D5DBE6"/>
            </a:solidFill>
            <a:prstDash val="solid"/>
          </a:ln>
        </p:spPr>
      </p:sp>
      <p:sp>
        <p:nvSpPr>
          <p:cNvPr id="22" name="compare-right-placeholder">
            <a:extLst xmlns:a="http://schemas.openxmlformats.org/drawingml/2006/main">
              <a:ext uri="{FF2B5EF4-FFF2-40B4-BE49-F238E27FC236}">
                <a16:creationId xmlns:a16="http://schemas.microsoft.com/office/drawing/2014/main" id="{FDEB3BF9-D073-49AB-96D6-3488DCF9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43125"/>
            <a:ext cx="48196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 B</a:t>
            </a:r>
          </a:p>
        </p:txBody>
      </p:sp>
      <p:sp>
        <p:nvSpPr>
          <p:cNvPr id="23" name="compare-left-caption">
            <a:extLst xmlns:a="http://schemas.openxmlformats.org/drawingml/2006/main">
              <a:ext uri="{FF2B5EF4-FFF2-40B4-BE49-F238E27FC236}">
                <a16:creationId xmlns:a16="http://schemas.microsoft.com/office/drawing/2014/main" id="{9BB68590-0B9F-40AF-8298-2E1E883D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87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共同尺度下的基线观察</a:t>
            </a:r>
          </a:p>
        </p:txBody>
      </p:sp>
      <p:sp>
        <p:nvSpPr>
          <p:cNvPr id="24" name="compare-right-caption">
            <a:extLst xmlns:a="http://schemas.openxmlformats.org/drawingml/2006/main">
              <a:ext uri="{FF2B5EF4-FFF2-40B4-BE49-F238E27FC236}">
                <a16:creationId xmlns:a16="http://schemas.microsoft.com/office/drawing/2014/main" id="{C6485E1B-707D-46FD-ACF1-5E201FDA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487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共同尺度下的差异观察</a:t>
            </a:r>
          </a:p>
        </p:txBody>
      </p:sp>
      <p:sp>
        <p:nvSpPr>
          <p:cNvPr id="25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B8FC5795-44C1-407F-AB05-97777122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26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4B40C803-442A-4427-B4E1-35C386CC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007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比较必须共享尺度或明确说明不同条件。</a:t>
            </a:r>
          </a:p>
        </p:txBody>
      </p:sp>
    </p:spTree>
    <p:extLst>
      <p:ext uri="{BB962C8B-B14F-4D97-AF65-F5344CB8AC3E}">
        <p14:creationId xmlns:p14="http://schemas.microsoft.com/office/powerpoint/2010/main" val="19785268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719C99F0-F07F-4657-BE3D-A139302C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19D68907-0FAB-4CD9-B687-AB65D2F4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A2EE1540-5113-4499-8A02-850BFF70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AE4E19CE-D500-4199-ACCB-80F4C018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81122AFB-9F14-4C43-BA82-BA238205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B0860821-ABA9-490B-A8FB-23FA7483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-active">
            <a:extLst xmlns:a="http://schemas.openxmlformats.org/drawingml/2006/main">
              <a:ext uri="{FF2B5EF4-FFF2-40B4-BE49-F238E27FC236}">
                <a16:creationId xmlns:a16="http://schemas.microsoft.com/office/drawing/2014/main" id="{B18FBC2D-1E63-4F0F-873A-04A3C060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04BD4EB7-21F3-4CD5-A74C-86E43A16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7026F851-6733-4974-9018-D1645B14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B7604245-E2B6-4DFB-ACF2-B67B85DC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652FF5AD-AF58-47B7-876C-A41F3884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B741CCFC-3BFB-410E-8F77-E7309153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49BE4DD-7CCC-4A92-90C3-B8AF0C37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3AF75D5-615D-4730-9D1C-7EEA946C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901EDE-6155-4C59-BB73-8A536751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双图共同证据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CABF7E09-97B8-4DD0-9DBB-08AFEF14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multi-evidence-1-frame">
            <a:extLst xmlns:a="http://schemas.openxmlformats.org/drawingml/2006/main">
              <a:ext uri="{FF2B5EF4-FFF2-40B4-BE49-F238E27FC236}">
                <a16:creationId xmlns:a16="http://schemas.microsoft.com/office/drawing/2014/main" id="{C2C328CC-DECC-4BA9-95FC-8ED407AF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1625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D5DBE6"/>
            </a:solidFill>
            <a:prstDash val="solid"/>
          </a:ln>
        </p:spPr>
      </p:sp>
      <p:sp>
        <p:nvSpPr>
          <p:cNvPr id="18" name="multi-evidence-1-placeholder">
            <a:extLst xmlns:a="http://schemas.openxmlformats.org/drawingml/2006/main">
              <a:ext uri="{FF2B5EF4-FFF2-40B4-BE49-F238E27FC236}">
                <a16:creationId xmlns:a16="http://schemas.microsoft.com/office/drawing/2014/main" id="{986F4CF7-8CB2-4C97-A53D-F7577E0C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24025"/>
            <a:ext cx="50292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论文证据图 1</a:t>
            </a:r>
          </a:p>
        </p:txBody>
      </p:sp>
      <p:sp>
        <p:nvSpPr>
          <p:cNvPr id="19" name="multi-evidence-caption-1">
            <a:extLst xmlns:a="http://schemas.openxmlformats.org/drawingml/2006/main">
              <a:ext uri="{FF2B5EF4-FFF2-40B4-BE49-F238E27FC236}">
                <a16:creationId xmlns:a16="http://schemas.microsoft.com/office/drawing/2014/main" id="{2EBB3AEA-E0C6-4393-8545-51F9D319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01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证据图 A｜说明对象、材料或方法</a:t>
            </a:r>
          </a:p>
        </p:txBody>
      </p:sp>
      <p:sp>
        <p:nvSpPr>
          <p:cNvPr id="20" name="multi-evidence-2-frame">
            <a:extLst xmlns:a="http://schemas.openxmlformats.org/drawingml/2006/main">
              <a:ext uri="{FF2B5EF4-FFF2-40B4-BE49-F238E27FC236}">
                <a16:creationId xmlns:a16="http://schemas.microsoft.com/office/drawing/2014/main" id="{302BC716-B4D2-4B1B-B7E8-070D8DB9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57350"/>
            <a:ext cx="51625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D5DBE6"/>
            </a:solidFill>
            <a:prstDash val="solid"/>
          </a:ln>
        </p:spPr>
      </p:sp>
      <p:sp>
        <p:nvSpPr>
          <p:cNvPr id="21" name="multi-evidence-2-placeholder">
            <a:extLst xmlns:a="http://schemas.openxmlformats.org/drawingml/2006/main">
              <a:ext uri="{FF2B5EF4-FFF2-40B4-BE49-F238E27FC236}">
                <a16:creationId xmlns:a16="http://schemas.microsoft.com/office/drawing/2014/main" id="{833550C3-9837-4BCD-AB95-4E3CB1C1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724025"/>
            <a:ext cx="50292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论文证据图 2</a:t>
            </a:r>
          </a:p>
        </p:txBody>
      </p:sp>
      <p:sp>
        <p:nvSpPr>
          <p:cNvPr id="22" name="multi-evidence-caption-2">
            <a:extLst xmlns:a="http://schemas.openxmlformats.org/drawingml/2006/main">
              <a:ext uri="{FF2B5EF4-FFF2-40B4-BE49-F238E27FC236}">
                <a16:creationId xmlns:a16="http://schemas.microsoft.com/office/drawing/2014/main" id="{11C2C606-141D-4753-ABD1-C883FF1F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501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证据图 B｜说明结果、机制或验证</a:t>
            </a:r>
          </a:p>
        </p:txBody>
      </p:sp>
      <p:sp>
        <p:nvSpPr>
          <p:cNvPr id="23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62885B0E-F222-4FF4-9D66-9D624CD7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24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F93F6F34-FCAF-49E5-A4F6-A4F90036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81675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两幅独立证据图各自有图注，底部综合为同一条结论。</a:t>
            </a:r>
          </a:p>
        </p:txBody>
      </p:sp>
    </p:spTree>
    <p:extLst>
      <p:ext uri="{BB962C8B-B14F-4D97-AF65-F5344CB8AC3E}">
        <p14:creationId xmlns:p14="http://schemas.microsoft.com/office/powerpoint/2010/main" val="1850687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21796D80-F5D4-4ED5-BC82-D9AC9C9C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F9FA1C9A-025C-4ED7-9A36-2D160CCC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3A8FC69E-2FBA-4196-88DF-558AA220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FB50D701-0932-454B-A969-81B18EF2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1EF1E6C4-8F52-40D1-A8A4-314DDD58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5AC5B6B7-CE10-4F7D-99DC-AFEDECE0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-active">
            <a:extLst xmlns:a="http://schemas.openxmlformats.org/drawingml/2006/main">
              <a:ext uri="{FF2B5EF4-FFF2-40B4-BE49-F238E27FC236}">
                <a16:creationId xmlns:a16="http://schemas.microsoft.com/office/drawing/2014/main" id="{F03CBE91-AA5B-455A-A3F8-D3CC7F9E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21D1EE0E-801A-490A-A67A-3D230632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79831413-BBE4-4286-A5BD-0EA3E200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71C91CE0-0437-4D95-853F-07900C11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8DBA8D7F-3969-45E9-B5DA-658A97FA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973C87A6-916A-4387-AE9B-99EEADFB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C16443E-B122-4565-9121-F9081AB7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7EA29E1-A5D2-4777-9B88-81494826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608D3A-6FF8-4E9A-AFB9-1B677CE9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图表与洞见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5F5A2591-41A0-4CAC-877E-2F8CA246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334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b6a2b412934fab"/>
          </a:graphicData>
        </a:graphic>
      </p:graphicFrame>
      <p:sp>
        <p:nvSpPr>
          <p:cNvPr id="18" name="chart-claim">
            <a:extLst xmlns:a="http://schemas.openxmlformats.org/drawingml/2006/main">
              <a:ext uri="{FF2B5EF4-FFF2-40B4-BE49-F238E27FC236}">
                <a16:creationId xmlns:a16="http://schemas.microsoft.com/office/drawing/2014/main" id="{A508C283-80FA-431D-9B53-5D2011ED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312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757"/>
          </a:bodyPr>
          <a:lstStyle xmlns:a="http://schemas.openxmlformats.org/drawingml/2006/main"/>
          <a:p xmlns:a="http://schemas.openxmlformats.org/drawingml/2006/main">
            <a:pPr algn="l">
              <a:defRPr sz="2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较基线</a:t>
            </a:r>
            <a:r>
              <a:rPr sz="2600" b="1" i="0">
                <a:solidFill>
                  <a:srgbClr val="B4233A"/>
                </a:solidFill>
                <a:latin typeface="Microsoft YaHei"/>
                <a:ea typeface="Microsoft YaHei"/>
                <a:cs typeface="Microsoft YaHei"/>
              </a:rPr>
              <a:t>提高 24%</a:t>
            </a:r>
          </a:p>
          <a:p xmlns:a="http://schemas.openxmlformats.org/drawingml/2006/main">
            <a:pPr algn="l">
              <a:defRPr sz="2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解释仍需限定条件。</a:t>
            </a:r>
          </a:p>
        </p:txBody>
      </p:sp>
      <p:sp>
        <p:nvSpPr>
          <p:cNvPr id="1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2DB174D1-E639-4749-B93D-BFF1EFFE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1490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＋24 %</a:t>
            </a:r>
          </a:p>
        </p:txBody>
      </p:sp>
      <p:sp>
        <p:nvSpPr>
          <p:cNvPr id="2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B0E4011-4181-4098-B449-EF5285D6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245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71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示例变化 · 首末值演示</a:t>
            </a:r>
          </a:p>
        </p:txBody>
      </p:sp>
    </p:spTree>
    <p:extLst>
      <p:ext uri="{BB962C8B-B14F-4D97-AF65-F5344CB8AC3E}">
        <p14:creationId xmlns:p14="http://schemas.microsoft.com/office/powerpoint/2010/main" val="10790498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0B3A5DC1-D993-4C91-A7E0-1C394B89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99186061-9136-44F0-87C9-C05EA3E4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6C5C8B76-551B-40A9-9E65-9239E20D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AA9ECA26-DAD8-49F4-B74D-EB0B10A5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B7390637-32AA-4931-8AFF-1D4E517C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B6AD0A8E-493D-433D-8373-6D43C27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-active">
            <a:extLst xmlns:a="http://schemas.openxmlformats.org/drawingml/2006/main">
              <a:ext uri="{FF2B5EF4-FFF2-40B4-BE49-F238E27FC236}">
                <a16:creationId xmlns:a16="http://schemas.microsoft.com/office/drawing/2014/main" id="{A27DF131-2525-4BFE-B9EC-9275FB4D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EFEEDAE9-2395-4923-8C94-6C62DA6C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2EB5893B-9950-4D4D-B1E4-E4EA369E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B5E13B6C-58F4-4F74-A35B-CDE2D54A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2EC9E34E-0447-4B44-A67B-980D675D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952DA433-C243-44B9-AB37-1E990810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5CA461F-B432-4959-8AAA-A51CCD58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A0305EC-F138-481C-9F07-1A2763F2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BD8DC5-1BD5-4B0D-8D09-B1C54612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精确表格与结论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F74FFE-BDD5-463B-985A-9D5C8E90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743200"/>
                <a:gridCol w="2743200"/>
                <a:gridCol w="2743200"/>
                <a:gridCol w="2743200"/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364A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 A</a:t>
                      </a:r>
                    </a:p>
                  </a:txBody>
                  <a:tcPr marL="91440" marR="91440" marT="45720" marB="45720">
                    <a:solidFill>
                      <a:srgbClr val="364A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 B</a:t>
                      </a:r>
                    </a:p>
                  </a:txBody>
                  <a:tcPr marL="91440" marR="91440" marT="45720" marB="45720">
                    <a:solidFill>
                      <a:srgbClr val="364A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</a:t>
                      </a:r>
                    </a:p>
                  </a:txBody>
                  <a:tcPr marL="91440" marR="91440" marT="45720" marB="45720">
                    <a:solidFill>
                      <a:srgbClr val="364A7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 2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示例值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示例值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0B486011-B6ED-4A51-866E-BC8E25CB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19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57FBE2A8-B501-4D9C-A78B-235A61C4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007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当评委需要跨行列核对精确值时，保留精简表格。</a:t>
            </a:r>
          </a:p>
        </p:txBody>
      </p:sp>
    </p:spTree>
    <p:extLst>
      <p:ext uri="{BB962C8B-B14F-4D97-AF65-F5344CB8AC3E}">
        <p14:creationId xmlns:p14="http://schemas.microsoft.com/office/powerpoint/2010/main" val="14727032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7CF38359-0E12-4CF2-B835-3674A317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B853DC6D-7D99-47E7-B739-6C80A26E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0AB29F6C-2D44-42E0-93AC-DDE3EE54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E26D3CA6-09C9-4774-913C-5CAF94A9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70E4308F-139C-471B-860B-B49C045E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C3C2ADF9-6FED-49BB-94B1-22E6E49E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-active">
            <a:extLst xmlns:a="http://schemas.openxmlformats.org/drawingml/2006/main">
              <a:ext uri="{FF2B5EF4-FFF2-40B4-BE49-F238E27FC236}">
                <a16:creationId xmlns:a16="http://schemas.microsoft.com/office/drawing/2014/main" id="{678023F0-2C9A-4988-A1FD-9C64733A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A199DE9E-6FA3-4B4B-8897-B7266C06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7BA64FC4-5B51-4C73-BF96-BA0A9CF6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096F781B-2BC1-4422-92E2-ABDE61D2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5EEB84A1-E517-49A3-80D3-19A8A72E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D3AD0769-043C-46C5-A70D-97AE839D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6BF0BFC-3BCE-4CEC-9DD8-8B4717F3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D58B6B6-F26F-4903-B865-C47C9204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2E4163-BD7F-42AA-9DCC-CF66848C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核心公式—变量—意义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A23683-FD2A-48B6-92B4-3A524157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formula-surface">
            <a:extLst xmlns:a="http://schemas.openxmlformats.org/drawingml/2006/main">
              <a:ext uri="{FF2B5EF4-FFF2-40B4-BE49-F238E27FC236}">
                <a16:creationId xmlns:a16="http://schemas.microsoft.com/office/drawing/2014/main" id="{1F285DB4-4E8A-4B02-951E-27AE0ADE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BE6"/>
            </a:solidFill>
            <a:prstDash val="solid"/>
          </a:ln>
        </p:spPr>
      </p:sp>
      <p:sp>
        <p:nvSpPr>
          <p:cNvPr id="18" name="formula-unicode-text">
            <a:extLst xmlns:a="http://schemas.openxmlformats.org/drawingml/2006/main">
              <a:ext uri="{FF2B5EF4-FFF2-40B4-BE49-F238E27FC236}">
                <a16:creationId xmlns:a16="http://schemas.microsoft.com/office/drawing/2014/main" id="{C88EF487-1FB6-421C-A03B-096DB3D5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363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0" i="0">
                <a:solidFill>
                  <a:srgbClr val="17213A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3000" b="0" i="0">
                <a:solidFill>
                  <a:srgbClr val="17213A"/>
                </a:solidFill>
                <a:latin typeface="Latin Modern Math"/>
                <a:ea typeface="Latin Modern Math"/>
                <a:cs typeface="Latin Modern Math"/>
              </a:rPr>
              <a:t>Y = f(X; θ)</a:t>
            </a:r>
          </a:p>
        </p:txBody>
      </p:sp>
      <p:sp>
        <p:nvSpPr>
          <p:cNvPr id="19" name="formula-meaning">
            <a:extLst xmlns:a="http://schemas.openxmlformats.org/drawingml/2006/main">
              <a:ext uri="{FF2B5EF4-FFF2-40B4-BE49-F238E27FC236}">
                <a16:creationId xmlns:a16="http://schemas.microsoft.com/office/drawing/2014/main" id="{9573C341-BB34-495A-9A36-D226EDF6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4495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35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输出由输入和参数共同决定；正式页面必须说明变量及其研究含义。</a:t>
            </a:r>
          </a:p>
        </p:txBody>
      </p:sp>
      <p:sp>
        <p:nvSpPr>
          <p:cNvPr id="20" name="formula-variables">
            <a:extLst xmlns:a="http://schemas.openxmlformats.org/drawingml/2006/main">
              <a:ext uri="{FF2B5EF4-FFF2-40B4-BE49-F238E27FC236}">
                <a16:creationId xmlns:a16="http://schemas.microsoft.com/office/drawing/2014/main" id="{392A23D7-D502-450F-8C22-B4A2440A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495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•  X：输入或观测量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•  θ：模型或方法参数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•  Y：输出或响应量</a:t>
            </a:r>
          </a:p>
        </p:txBody>
      </p:sp>
      <p:sp>
        <p:nvSpPr>
          <p:cNvPr id="21" name="formula-linked-visual-frame">
            <a:extLst xmlns:a="http://schemas.openxmlformats.org/drawingml/2006/main">
              <a:ext uri="{FF2B5EF4-FFF2-40B4-BE49-F238E27FC236}">
                <a16:creationId xmlns:a16="http://schemas.microsoft.com/office/drawing/2014/main" id="{F75131BA-4179-4BB5-B54B-8681BAA0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24200"/>
            <a:ext cx="613410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D5DBE6"/>
            </a:solidFill>
            <a:prstDash val="solid"/>
          </a:ln>
        </p:spPr>
      </p:sp>
      <p:sp>
        <p:nvSpPr>
          <p:cNvPr id="22" name="formula-linked-visual-placeholder">
            <a:extLst xmlns:a="http://schemas.openxmlformats.org/drawingml/2006/main">
              <a:ext uri="{FF2B5EF4-FFF2-40B4-BE49-F238E27FC236}">
                <a16:creationId xmlns:a16="http://schemas.microsoft.com/office/drawing/2014/main" id="{B9CE3DE4-36E3-4E3F-9908-21EA5827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190875"/>
            <a:ext cx="6000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与公式直接对应的图、曲线或结果</a:t>
            </a:r>
          </a:p>
        </p:txBody>
      </p:sp>
      <p:sp>
        <p:nvSpPr>
          <p:cNvPr id="23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99F32DB4-088A-45FF-AF9A-6E466F2F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24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548FD38C-51F1-4100-A522-2A929470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公式只有在直接解释方法、约束或结果时才出现。</a:t>
            </a:r>
          </a:p>
        </p:txBody>
      </p:sp>
    </p:spTree>
    <p:extLst>
      <p:ext uri="{BB962C8B-B14F-4D97-AF65-F5344CB8AC3E}">
        <p14:creationId xmlns:p14="http://schemas.microsoft.com/office/powerpoint/2010/main" val="4811776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03807735-9B98-48BC-9181-5F0AEF48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AA2E5B90-8D93-44D4-81F2-89B26002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81DBEC6F-B856-4C5C-8D45-4C8D9D0D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7906C4EC-4186-4F94-A25A-538D621E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09641FED-3B62-4AC3-AB11-745DAA72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9FEA54FF-9B50-4461-833A-04177805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-active">
            <a:extLst xmlns:a="http://schemas.openxmlformats.org/drawingml/2006/main">
              <a:ext uri="{FF2B5EF4-FFF2-40B4-BE49-F238E27FC236}">
                <a16:creationId xmlns:a16="http://schemas.microsoft.com/office/drawing/2014/main" id="{154C3923-6296-440C-8153-D5C0ED41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254754EE-A674-4196-97ED-9778C971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D718985E-7FDC-4EB7-9237-11035DCE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74AED5A5-C31F-4A21-9D06-03949148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189AC0FD-A121-4704-8E4A-5EFA9AE5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B485B259-CC88-41B5-AF5F-74926B5E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703EBBB-A853-46F6-B39F-123F57EE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0341AB-FF33-4E8B-BE1C-A7596208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2B52EF-60D4-4D99-A531-A8CE3972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有向流程与反馈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6AF9CC9A-5B5F-4542-B8F8-12FAA7F6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process-link-1">
            <a:extLst xmlns:a="http://schemas.openxmlformats.org/drawingml/2006/main">
              <a:ext uri="{FF2B5EF4-FFF2-40B4-BE49-F238E27FC236}">
                <a16:creationId xmlns:a16="http://schemas.microsoft.com/office/drawing/2014/main" id="{60685B7F-18D4-4D31-BF8E-E5942968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31813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18" name="process-arrow-1">
            <a:extLst xmlns:a="http://schemas.openxmlformats.org/drawingml/2006/main">
              <a:ext uri="{FF2B5EF4-FFF2-40B4-BE49-F238E27FC236}">
                <a16:creationId xmlns:a16="http://schemas.microsoft.com/office/drawing/2014/main" id="{437575E1-6101-4CBC-A131-8A6E4DA2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3124200"/>
            <a:ext cx="133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19" name="process-link-2">
            <a:extLst xmlns:a="http://schemas.openxmlformats.org/drawingml/2006/main">
              <a:ext uri="{FF2B5EF4-FFF2-40B4-BE49-F238E27FC236}">
                <a16:creationId xmlns:a16="http://schemas.microsoft.com/office/drawing/2014/main" id="{F845E505-06E7-4747-85CE-6D486D8B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813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0" name="process-arrow-2">
            <a:extLst xmlns:a="http://schemas.openxmlformats.org/drawingml/2006/main">
              <a:ext uri="{FF2B5EF4-FFF2-40B4-BE49-F238E27FC236}">
                <a16:creationId xmlns:a16="http://schemas.microsoft.com/office/drawing/2014/main" id="{5D0C7F9A-FA25-4451-B996-4A34512D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24200"/>
            <a:ext cx="133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1" name="process-link-3">
            <a:extLst xmlns:a="http://schemas.openxmlformats.org/drawingml/2006/main">
              <a:ext uri="{FF2B5EF4-FFF2-40B4-BE49-F238E27FC236}">
                <a16:creationId xmlns:a16="http://schemas.microsoft.com/office/drawing/2014/main" id="{F3BBC985-61D6-4F5E-8970-55C97015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31813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2" name="process-arrow-3">
            <a:extLst xmlns:a="http://schemas.openxmlformats.org/drawingml/2006/main">
              <a:ext uri="{FF2B5EF4-FFF2-40B4-BE49-F238E27FC236}">
                <a16:creationId xmlns:a16="http://schemas.microsoft.com/office/drawing/2014/main" id="{784361D1-E263-4CFF-9C1C-57909246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88" y="3124200"/>
            <a:ext cx="133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3" name="process-feedback-from-leg">
            <a:extLst xmlns:a="http://schemas.openxmlformats.org/drawingml/2006/main">
              <a:ext uri="{FF2B5EF4-FFF2-40B4-BE49-F238E27FC236}">
                <a16:creationId xmlns:a16="http://schemas.microsoft.com/office/drawing/2014/main" id="{686D3AD6-2C77-4794-8F07-B8DD852A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169" y="382905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2C"/>
          </a:solidFill>
          <a:ln xmlns:a="http://schemas.openxmlformats.org/drawingml/2006/main" w="0">
            <a:solidFill>
              <a:srgbClr val="C88A2C"/>
            </a:solidFill>
            <a:prstDash val="solid"/>
          </a:ln>
        </p:spPr>
      </p:sp>
      <p:sp>
        <p:nvSpPr>
          <p:cNvPr id="24" name="process-feedback-rail">
            <a:extLst xmlns:a="http://schemas.openxmlformats.org/drawingml/2006/main">
              <a:ext uri="{FF2B5EF4-FFF2-40B4-BE49-F238E27FC236}">
                <a16:creationId xmlns:a16="http://schemas.microsoft.com/office/drawing/2014/main" id="{1564FA54-AF0C-40D7-9AB9-3A19460D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831" y="4286250"/>
            <a:ext cx="270033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2C"/>
          </a:solidFill>
          <a:ln xmlns:a="http://schemas.openxmlformats.org/drawingml/2006/main" w="0">
            <a:solidFill>
              <a:srgbClr val="C88A2C"/>
            </a:solidFill>
            <a:prstDash val="solid"/>
          </a:ln>
        </p:spPr>
      </p:sp>
      <p:sp>
        <p:nvSpPr>
          <p:cNvPr id="25" name="process-feedback-to-leg">
            <a:extLst xmlns:a="http://schemas.openxmlformats.org/drawingml/2006/main">
              <a:ext uri="{FF2B5EF4-FFF2-40B4-BE49-F238E27FC236}">
                <a16:creationId xmlns:a16="http://schemas.microsoft.com/office/drawing/2014/main" id="{B028CAB3-71AE-4BB1-831C-B894AA82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831" y="3829050"/>
            <a:ext cx="28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2C"/>
          </a:solidFill>
          <a:ln xmlns:a="http://schemas.openxmlformats.org/drawingml/2006/main" w="0">
            <a:solidFill>
              <a:srgbClr val="C88A2C"/>
            </a:solidFill>
            <a:prstDash val="solid"/>
          </a:ln>
        </p:spPr>
      </p:sp>
      <p:sp>
        <p:nvSpPr>
          <p:cNvPr id="26" name="process-feedback-arrow">
            <a:extLst xmlns:a="http://schemas.openxmlformats.org/drawingml/2006/main">
              <a:ext uri="{FF2B5EF4-FFF2-40B4-BE49-F238E27FC236}">
                <a16:creationId xmlns:a16="http://schemas.microsoft.com/office/drawing/2014/main" id="{1F68944D-454F-4A70-A17C-0BDC6198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481" y="4219575"/>
            <a:ext cx="15240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C88A2C"/>
          </a:solidFill>
          <a:ln xmlns:a="http://schemas.openxmlformats.org/drawingml/2006/main" w="0">
            <a:solidFill>
              <a:srgbClr val="C88A2C"/>
            </a:solidFill>
            <a:prstDash val="solid"/>
          </a:ln>
        </p:spPr>
      </p:sp>
      <p:sp>
        <p:nvSpPr>
          <p:cNvPr id="27" name="process-feedback-label">
            <a:extLst xmlns:a="http://schemas.openxmlformats.org/drawingml/2006/main">
              <a:ext uri="{FF2B5EF4-FFF2-40B4-BE49-F238E27FC236}">
                <a16:creationId xmlns:a16="http://schemas.microsoft.com/office/drawing/2014/main" id="{51AD90EB-DB16-410F-BD54-F1700262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62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B46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46A2C"/>
                </a:solidFill>
                <a:latin typeface="Microsoft YaHei"/>
                <a:ea typeface="Microsoft YaHei"/>
                <a:cs typeface="Microsoft YaHei"/>
              </a:rPr>
              <a:t>修正</a:t>
            </a:r>
          </a:p>
        </p:txBody>
      </p:sp>
      <p:sp>
        <p:nvSpPr>
          <p:cNvPr id="28" name="process-node-p-input">
            <a:extLst xmlns:a="http://schemas.openxmlformats.org/drawingml/2006/main">
              <a:ext uri="{FF2B5EF4-FFF2-40B4-BE49-F238E27FC236}">
                <a16:creationId xmlns:a16="http://schemas.microsoft.com/office/drawing/2014/main" id="{6172900C-5E47-4C2D-895C-789D64A5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5240">
            <a:solidFill>
              <a:srgbClr val="6482B5"/>
            </a:solidFill>
            <a:prstDash val="solid"/>
          </a:ln>
        </p:spPr>
      </p:sp>
      <p:sp>
        <p:nvSpPr>
          <p:cNvPr id="29" name="process-index-1">
            <a:extLst xmlns:a="http://schemas.openxmlformats.org/drawingml/2006/main">
              <a:ext uri="{FF2B5EF4-FFF2-40B4-BE49-F238E27FC236}">
                <a16:creationId xmlns:a16="http://schemas.microsoft.com/office/drawing/2014/main" id="{072F7EC9-23F6-4C18-9F9D-3D3291F6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0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35B3EC31-A96D-49F6-AFB0-94301036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14788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31" name="process-node-p-process">
            <a:extLst xmlns:a="http://schemas.openxmlformats.org/drawingml/2006/main">
              <a:ext uri="{FF2B5EF4-FFF2-40B4-BE49-F238E27FC236}">
                <a16:creationId xmlns:a16="http://schemas.microsoft.com/office/drawing/2014/main" id="{183FE642-79F1-4E55-A3D8-4B64B6FF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5717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5240">
            <a:solidFill>
              <a:srgbClr val="6482B5"/>
            </a:solidFill>
            <a:prstDash val="solid"/>
          </a:ln>
        </p:spPr>
      </p:sp>
      <p:sp>
        <p:nvSpPr>
          <p:cNvPr id="32" name="process-index-2">
            <a:extLst xmlns:a="http://schemas.openxmlformats.org/drawingml/2006/main">
              <a:ext uri="{FF2B5EF4-FFF2-40B4-BE49-F238E27FC236}">
                <a16:creationId xmlns:a16="http://schemas.microsoft.com/office/drawing/2014/main" id="{8021EB3E-0724-4BEB-B588-FB8376E4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686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3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194B6D38-C4C8-460B-9990-DA1C2BB1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2952750"/>
            <a:ext cx="214788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34" name="process-node-p-check">
            <a:extLst xmlns:a="http://schemas.openxmlformats.org/drawingml/2006/main">
              <a:ext uri="{FF2B5EF4-FFF2-40B4-BE49-F238E27FC236}">
                <a16:creationId xmlns:a16="http://schemas.microsoft.com/office/drawing/2014/main" id="{1D36353B-3939-40A3-B0E0-B109FB3E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717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5240">
            <a:solidFill>
              <a:srgbClr val="6482B5"/>
            </a:solidFill>
            <a:prstDash val="solid"/>
          </a:ln>
        </p:spPr>
      </p:sp>
      <p:sp>
        <p:nvSpPr>
          <p:cNvPr id="35" name="process-index-3">
            <a:extLst xmlns:a="http://schemas.openxmlformats.org/drawingml/2006/main">
              <a:ext uri="{FF2B5EF4-FFF2-40B4-BE49-F238E27FC236}">
                <a16:creationId xmlns:a16="http://schemas.microsoft.com/office/drawing/2014/main" id="{2F422938-4C9F-4CA9-9FE8-F9C71BA2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86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process-label-3">
            <a:extLst xmlns:a="http://schemas.openxmlformats.org/drawingml/2006/main">
              <a:ext uri="{FF2B5EF4-FFF2-40B4-BE49-F238E27FC236}">
                <a16:creationId xmlns:a16="http://schemas.microsoft.com/office/drawing/2014/main" id="{E82B496A-FF77-442C-9B52-723138FF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52750"/>
            <a:ext cx="214788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校核</a:t>
            </a:r>
          </a:p>
        </p:txBody>
      </p:sp>
      <p:sp>
        <p:nvSpPr>
          <p:cNvPr id="37" name="process-node-p-output">
            <a:extLst xmlns:a="http://schemas.openxmlformats.org/drawingml/2006/main">
              <a:ext uri="{FF2B5EF4-FFF2-40B4-BE49-F238E27FC236}">
                <a16:creationId xmlns:a16="http://schemas.microsoft.com/office/drawing/2014/main" id="{1CAF9A27-4F27-4E36-BB1F-1DB788CC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25717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364A7C"/>
          </a:solidFill>
          <a:ln xmlns:a="http://schemas.openxmlformats.org/drawingml/2006/main" w="15240">
            <a:solidFill>
              <a:srgbClr val="364A7C"/>
            </a:solidFill>
            <a:prstDash val="solid"/>
          </a:ln>
        </p:spPr>
      </p:sp>
      <p:sp>
        <p:nvSpPr>
          <p:cNvPr id="38" name="process-index-4">
            <a:extLst xmlns:a="http://schemas.openxmlformats.org/drawingml/2006/main">
              <a:ext uri="{FF2B5EF4-FFF2-40B4-BE49-F238E27FC236}">
                <a16:creationId xmlns:a16="http://schemas.microsoft.com/office/drawing/2014/main" id="{C3A303CC-C66C-4E40-9A84-0A8062F5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686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E7EBF4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E7EBF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9" name="process-label-4">
            <a:extLst xmlns:a="http://schemas.openxmlformats.org/drawingml/2006/main">
              <a:ext uri="{FF2B5EF4-FFF2-40B4-BE49-F238E27FC236}">
                <a16:creationId xmlns:a16="http://schemas.microsoft.com/office/drawing/2014/main" id="{19BCAC8F-15B7-4B03-9FAD-4EF06C43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952750"/>
            <a:ext cx="214788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40" name="process-intro">
            <a:extLst xmlns:a="http://schemas.openxmlformats.org/drawingml/2006/main">
              <a:ext uri="{FF2B5EF4-FFF2-40B4-BE49-F238E27FC236}">
                <a16:creationId xmlns:a16="http://schemas.microsoft.com/office/drawing/2014/main" id="{7FE054A5-683B-48B2-8918-A45AA866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先后和反馈都是版式表达的真实关系。</a:t>
            </a:r>
          </a:p>
        </p:txBody>
      </p:sp>
      <p:sp>
        <p:nvSpPr>
          <p:cNvPr id="41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CBA3F0AB-C94F-4F21-BA2D-932D6DB9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42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48804F0B-DC12-4350-856B-DBBB0F76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1051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只有节点和连接具有明确语义时才绘制流程。</a:t>
            </a:r>
          </a:p>
        </p:txBody>
      </p:sp>
    </p:spTree>
    <p:extLst>
      <p:ext uri="{BB962C8B-B14F-4D97-AF65-F5344CB8AC3E}">
        <p14:creationId xmlns:p14="http://schemas.microsoft.com/office/powerpoint/2010/main" val="19539101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6552C642-424F-4747-AB37-A4436BBA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11AA2BFB-BB14-4846-A53F-07A24C00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C85C06AA-325A-465F-A54E-61BFCFD5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F84B994A-8474-4C39-B034-6C73DEA1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A20A228A-52F2-4A2C-B55F-A84FA351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818D04F8-F53E-423C-9F02-7308D2A2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-active">
            <a:extLst xmlns:a="http://schemas.openxmlformats.org/drawingml/2006/main">
              <a:ext uri="{FF2B5EF4-FFF2-40B4-BE49-F238E27FC236}">
                <a16:creationId xmlns:a16="http://schemas.microsoft.com/office/drawing/2014/main" id="{210956A0-F447-40A3-9EBF-91F2DD4E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D882144D-9240-4E68-A3AC-DC747159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8535A58A-7C2A-4466-A788-F82CD636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B86B7143-709E-46F2-8A45-F8C33740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F3EA796A-98BA-4A2E-A7D2-CC6C0ED9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FE0CC28E-7F5A-4CDE-9817-D1E4ACEE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F6B8539-AAAA-44B1-AAD3-77C10AB5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7D1972E-969C-4BC5-89FE-D2264421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FE970B-6CCB-4E62-BE4D-953729ED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时间轴或阶段演进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3383C53B-87C1-4870-9E93-CF8269BA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timeline-rail">
            <a:extLst xmlns:a="http://schemas.openxmlformats.org/drawingml/2006/main">
              <a:ext uri="{FF2B5EF4-FFF2-40B4-BE49-F238E27FC236}">
                <a16:creationId xmlns:a16="http://schemas.microsoft.com/office/drawing/2014/main" id="{61BF15B2-D37B-4ABD-B69F-F88F01CC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8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2F29E3CE-F1A6-406F-9DA8-460593EC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3D9A9C0F-21A4-404D-90FB-14BB522C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2288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阶段一</a:t>
            </a:r>
          </a:p>
        </p:txBody>
      </p:sp>
      <p:sp>
        <p:nvSpPr>
          <p:cNvPr id="20" name="timeline-caption-1">
            <a:extLst xmlns:a="http://schemas.openxmlformats.org/drawingml/2006/main">
              <a:ext uri="{FF2B5EF4-FFF2-40B4-BE49-F238E27FC236}">
                <a16:creationId xmlns:a16="http://schemas.microsoft.com/office/drawing/2014/main" id="{2E0E4F98-2AD9-4D3F-8F4F-47C4F722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" y="17716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建立问题</a:t>
            </a:r>
          </a:p>
        </p:txBody>
      </p:sp>
      <p:sp>
        <p:nvSpPr>
          <p:cNvPr id="21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37BB0AE4-04E0-4A39-A54B-C8AF662D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81F2717A-DE77-4FC4-83D7-852F8D36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385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阶段二</a:t>
            </a:r>
          </a:p>
        </p:txBody>
      </p:sp>
      <p:sp>
        <p:nvSpPr>
          <p:cNvPr id="23" name="timeline-caption-2">
            <a:extLst xmlns:a="http://schemas.openxmlformats.org/drawingml/2006/main">
              <a:ext uri="{FF2B5EF4-FFF2-40B4-BE49-F238E27FC236}">
                <a16:creationId xmlns:a16="http://schemas.microsoft.com/office/drawing/2014/main" id="{E9F1A0CC-8544-401D-99AC-2C66FB50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148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形成方法</a:t>
            </a:r>
          </a:p>
        </p:txBody>
      </p:sp>
      <p:sp>
        <p:nvSpPr>
          <p:cNvPr id="24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937BA222-A359-4277-B09B-8C4401DC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06ADBB33-753A-471F-8C91-A2F557BC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288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阶段三</a:t>
            </a:r>
          </a:p>
        </p:txBody>
      </p:sp>
      <p:sp>
        <p:nvSpPr>
          <p:cNvPr id="26" name="timeline-caption-3">
            <a:extLst xmlns:a="http://schemas.openxmlformats.org/drawingml/2006/main">
              <a:ext uri="{FF2B5EF4-FFF2-40B4-BE49-F238E27FC236}">
                <a16:creationId xmlns:a16="http://schemas.microsoft.com/office/drawing/2014/main" id="{7151B0B0-EC1D-4C84-948A-262C927A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716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开展验证</a:t>
            </a:r>
          </a:p>
        </p:txBody>
      </p:sp>
      <p:sp>
        <p:nvSpPr>
          <p:cNvPr id="27" name="timeline-node-4">
            <a:extLst xmlns:a="http://schemas.openxmlformats.org/drawingml/2006/main">
              <a:ext uri="{FF2B5EF4-FFF2-40B4-BE49-F238E27FC236}">
                <a16:creationId xmlns:a16="http://schemas.microsoft.com/office/drawing/2014/main" id="{91818873-8292-4576-81BB-CA0FA700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2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" name="timeline-title-4">
            <a:extLst xmlns:a="http://schemas.openxmlformats.org/drawingml/2006/main">
              <a:ext uri="{FF2B5EF4-FFF2-40B4-BE49-F238E27FC236}">
                <a16:creationId xmlns:a16="http://schemas.microsoft.com/office/drawing/2014/main" id="{44DB19B0-4DD1-444B-8302-FB7256E0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385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阶段四</a:t>
            </a:r>
          </a:p>
        </p:txBody>
      </p:sp>
      <p:sp>
        <p:nvSpPr>
          <p:cNvPr id="29" name="timeline-caption-4">
            <a:extLst xmlns:a="http://schemas.openxmlformats.org/drawingml/2006/main">
              <a:ext uri="{FF2B5EF4-FFF2-40B4-BE49-F238E27FC236}">
                <a16:creationId xmlns:a16="http://schemas.microsoft.com/office/drawing/2014/main" id="{7DD64EFB-A2DB-4C28-93F9-58AA6A23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148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收束结论</a:t>
            </a:r>
          </a:p>
        </p:txBody>
      </p:sp>
      <p:sp>
        <p:nvSpPr>
          <p:cNvPr id="30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7D2AE190-8F70-4FE8-B6C4-D0237DC5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31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DF43973B-9469-4AEC-B04E-18D3179D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时间轴回答“何时变化”，流程图回答“怎样发生”。</a:t>
            </a:r>
          </a:p>
        </p:txBody>
      </p:sp>
    </p:spTree>
    <p:extLst>
      <p:ext uri="{BB962C8B-B14F-4D97-AF65-F5344CB8AC3E}">
        <p14:creationId xmlns:p14="http://schemas.microsoft.com/office/powerpoint/2010/main" val="7123178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04B5B3F8-2082-43F7-AD76-900D9839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B65E1BFF-E222-4F40-9EC6-6DBBB0C8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00BC0CF1-B2B6-4635-A17C-7093E120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4334F550-A549-4F43-99F0-724D954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30E34D31-3148-44FA-A7D8-0CEC611E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A389A15D-963B-4EC2-8EB2-072AC0CE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-active">
            <a:extLst xmlns:a="http://schemas.openxmlformats.org/drawingml/2006/main">
              <a:ext uri="{FF2B5EF4-FFF2-40B4-BE49-F238E27FC236}">
                <a16:creationId xmlns:a16="http://schemas.microsoft.com/office/drawing/2014/main" id="{D0E8AA90-E56D-4CEC-AE61-3B1EDE15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D8D4B4C4-C81A-41B0-A898-00D9771C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3F4E6E1E-3570-4551-BA06-4198F5B7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54F83965-0EB0-424A-9B2A-D5CD8801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110D6C7D-B3EB-4A97-988A-90ACD822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66BFDB79-F528-4817-8D6F-EDF158ED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91CF004-FFF5-4F11-9A23-3B2F4C6C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D46A00C-AF44-4CC2-AADE-21B25A01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622403-1D2F-4569-8B13-9385EF68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通用理论或系统框架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D9CA1AE3-9490-4813-A49A-2A52AA65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framework-link-input-core">
            <a:extLst xmlns:a="http://schemas.openxmlformats.org/drawingml/2006/main">
              <a:ext uri="{FF2B5EF4-FFF2-40B4-BE49-F238E27FC236}">
                <a16:creationId xmlns:a16="http://schemas.microsoft.com/office/drawing/2014/main" id="{2A8EDFD7-1004-4A53-926D-86085334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18" name="framework-arrow-input-core">
            <a:extLst xmlns:a="http://schemas.openxmlformats.org/drawingml/2006/main">
              <a:ext uri="{FF2B5EF4-FFF2-40B4-BE49-F238E27FC236}">
                <a16:creationId xmlns:a16="http://schemas.microsoft.com/office/drawing/2014/main" id="{5EF59795-8DC2-4370-AA95-9BC9790D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19" name="framework-link-core-output">
            <a:extLst xmlns:a="http://schemas.openxmlformats.org/drawingml/2006/main">
              <a:ext uri="{FF2B5EF4-FFF2-40B4-BE49-F238E27FC236}">
                <a16:creationId xmlns:a16="http://schemas.microsoft.com/office/drawing/2014/main" id="{04F0AE3F-FA40-49EF-8A50-D7E32553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0" name="framework-arrow-core-output">
            <a:extLst xmlns:a="http://schemas.openxmlformats.org/drawingml/2006/main">
              <a:ext uri="{FF2B5EF4-FFF2-40B4-BE49-F238E27FC236}">
                <a16:creationId xmlns:a16="http://schemas.microsoft.com/office/drawing/2014/main" id="{CB34C092-F49A-4C62-9F0B-49000BE5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57550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1" name="framework-link-boundary">
            <a:extLst xmlns:a="http://schemas.openxmlformats.org/drawingml/2006/main">
              <a:ext uri="{FF2B5EF4-FFF2-40B4-BE49-F238E27FC236}">
                <a16:creationId xmlns:a16="http://schemas.microsoft.com/office/drawing/2014/main" id="{10B88F72-A835-41D3-854A-883D434F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2C"/>
          </a:solidFill>
          <a:ln xmlns:a="http://schemas.openxmlformats.org/drawingml/2006/main" w="0">
            <a:solidFill>
              <a:srgbClr val="C88A2C"/>
            </a:solidFill>
            <a:prstDash val="solid"/>
          </a:ln>
        </p:spPr>
      </p:sp>
      <p:sp>
        <p:nvSpPr>
          <p:cNvPr id="22" name="framework-node-input">
            <a:extLst xmlns:a="http://schemas.openxmlformats.org/drawingml/2006/main">
              <a:ext uri="{FF2B5EF4-FFF2-40B4-BE49-F238E27FC236}">
                <a16:creationId xmlns:a16="http://schemas.microsoft.com/office/drawing/2014/main" id="{EDC9B83B-72BD-4097-90C8-B2BEB3D1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5240">
            <a:solidFill>
              <a:srgbClr val="6482B5"/>
            </a:solidFill>
            <a:prstDash val="solid"/>
          </a:ln>
        </p:spPr>
      </p:sp>
      <p:sp>
        <p:nvSpPr>
          <p:cNvPr id="23" name="framework-label-input">
            <a:extLst xmlns:a="http://schemas.openxmlformats.org/drawingml/2006/main">
              <a:ext uri="{FF2B5EF4-FFF2-40B4-BE49-F238E27FC236}">
                <a16:creationId xmlns:a16="http://schemas.microsoft.com/office/drawing/2014/main" id="{5BEB703C-F82F-4066-AE19-CDB26E03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13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4" name="framework-node-core">
            <a:extLst xmlns:a="http://schemas.openxmlformats.org/drawingml/2006/main">
              <a:ext uri="{FF2B5EF4-FFF2-40B4-BE49-F238E27FC236}">
                <a16:creationId xmlns:a16="http://schemas.microsoft.com/office/drawing/2014/main" id="{6E94B32D-7B8E-45CE-9234-3202F4DA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364A7C"/>
          </a:solidFill>
          <a:ln xmlns:a="http://schemas.openxmlformats.org/drawingml/2006/main" w="15240">
            <a:solidFill>
              <a:srgbClr val="364A7C"/>
            </a:solidFill>
            <a:prstDash val="solid"/>
          </a:ln>
        </p:spPr>
      </p:sp>
      <p:sp>
        <p:nvSpPr>
          <p:cNvPr id="25" name="framework-label-core">
            <a:extLst xmlns:a="http://schemas.openxmlformats.org/drawingml/2006/main">
              <a:ext uri="{FF2B5EF4-FFF2-40B4-BE49-F238E27FC236}">
                <a16:creationId xmlns:a16="http://schemas.microsoft.com/office/drawing/2014/main" id="{7ED3F435-AA2F-41A3-A3BF-074590D2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67000"/>
            <a:ext cx="289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26" name="framework-node-output">
            <a:extLst xmlns:a="http://schemas.openxmlformats.org/drawingml/2006/main">
              <a:ext uri="{FF2B5EF4-FFF2-40B4-BE49-F238E27FC236}">
                <a16:creationId xmlns:a16="http://schemas.microsoft.com/office/drawing/2014/main" id="{2C603B83-16B3-48EE-B3F3-C641EFA8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5240">
            <a:solidFill>
              <a:srgbClr val="6482B5"/>
            </a:solidFill>
            <a:prstDash val="solid"/>
          </a:ln>
        </p:spPr>
      </p:sp>
      <p:sp>
        <p:nvSpPr>
          <p:cNvPr id="27" name="framework-label-output">
            <a:extLst xmlns:a="http://schemas.openxmlformats.org/drawingml/2006/main">
              <a:ext uri="{FF2B5EF4-FFF2-40B4-BE49-F238E27FC236}">
                <a16:creationId xmlns:a16="http://schemas.microsoft.com/office/drawing/2014/main" id="{E440B3AF-12A5-4065-A683-A7B4E970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52750"/>
            <a:ext cx="213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8" name="framework-node-boundary">
            <a:extLst xmlns:a="http://schemas.openxmlformats.org/drawingml/2006/main">
              <a:ext uri="{FF2B5EF4-FFF2-40B4-BE49-F238E27FC236}">
                <a16:creationId xmlns:a16="http://schemas.microsoft.com/office/drawing/2014/main" id="{50444F0F-9750-4269-884D-FA6C8803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86300"/>
            <a:ext cx="323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5240">
            <a:solidFill>
              <a:srgbClr val="C88A2C"/>
            </a:solidFill>
            <a:prstDash val="solid"/>
          </a:ln>
        </p:spPr>
      </p:sp>
      <p:sp>
        <p:nvSpPr>
          <p:cNvPr id="29" name="framework-label-boundary">
            <a:extLst xmlns:a="http://schemas.openxmlformats.org/drawingml/2006/main">
              <a:ext uri="{FF2B5EF4-FFF2-40B4-BE49-F238E27FC236}">
                <a16:creationId xmlns:a16="http://schemas.microsoft.com/office/drawing/2014/main" id="{B7A96CDF-F892-4AC3-8F6D-B4437F0D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8155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边界条件</a:t>
            </a:r>
          </a:p>
        </p:txBody>
      </p:sp>
      <p:sp>
        <p:nvSpPr>
          <p:cNvPr id="30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015C7E02-F226-4F0B-88B6-BE43E091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31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4B6F12E0-2088-4FD6-A5BB-6BC59784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每条连接都应能说清“支持、影响、包含或产出”。</a:t>
            </a:r>
          </a:p>
        </p:txBody>
      </p:sp>
    </p:spTree>
    <p:extLst>
      <p:ext uri="{BB962C8B-B14F-4D97-AF65-F5344CB8AC3E}">
        <p14:creationId xmlns:p14="http://schemas.microsoft.com/office/powerpoint/2010/main" val="6994022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82ED46C0-78EE-44A8-981B-3E4DFB0E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BB373C96-D7B7-48E0-99DE-DFB00220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23A59721-A582-46AA-9D85-87C6DBB5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5ED0FA90-A3BD-451D-8357-F6182049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219DBA7B-A4CC-41D2-851F-57A7A645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78DDE761-1DEE-4BD8-9740-F6615008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1001B5FB-A863-4679-ADCD-2A4EAF48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ED31A166-C3DB-4674-B52F-9E4C3DF5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-active">
            <a:extLst xmlns:a="http://schemas.openxmlformats.org/drawingml/2006/main">
              <a:ext uri="{FF2B5EF4-FFF2-40B4-BE49-F238E27FC236}">
                <a16:creationId xmlns:a16="http://schemas.microsoft.com/office/drawing/2014/main" id="{2DF19597-A815-4F30-8298-9EB1517D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1FB2C441-EF87-4047-9A15-37697734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92FA07E4-1AE0-4BF3-8E2F-C00B2116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1B0C33F1-C990-43D0-AE55-CBC3981E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8AF548C-B404-48A4-8862-D421C4C6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67BE7CD-00A8-4AE7-A855-5A76CC77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CCA119-8B37-4588-AB83-A1515818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三列并行概览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9518F3-BC78-4C25-B8AE-11575248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overview-banner">
            <a:extLst xmlns:a="http://schemas.openxmlformats.org/drawingml/2006/main">
              <a:ext uri="{FF2B5EF4-FFF2-40B4-BE49-F238E27FC236}">
                <a16:creationId xmlns:a16="http://schemas.microsoft.com/office/drawing/2014/main" id="{1859D38B-39BC-465A-9F92-92653A9C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543050"/>
            <a:ext cx="9410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18" name="overview-banner-text">
            <a:extLst xmlns:a="http://schemas.openxmlformats.org/drawingml/2006/main">
              <a:ext uri="{FF2B5EF4-FFF2-40B4-BE49-F238E27FC236}">
                <a16:creationId xmlns:a16="http://schemas.microsoft.com/office/drawing/2014/main" id="{970CB518-8DFC-4BFA-82F1-40A7C2BA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09725"/>
            <a:ext cx="887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三个同层级维度并列展开</a:t>
            </a:r>
          </a:p>
        </p:txBody>
      </p:sp>
      <p:sp>
        <p:nvSpPr>
          <p:cNvPr id="19" name="overview-card-1">
            <a:extLst xmlns:a="http://schemas.openxmlformats.org/drawingml/2006/main">
              <a:ext uri="{FF2B5EF4-FFF2-40B4-BE49-F238E27FC236}">
                <a16:creationId xmlns:a16="http://schemas.microsoft.com/office/drawing/2014/main" id="{7FA06290-E35A-4B9E-B6D3-D8A8A433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3718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482B5"/>
            </a:solidFill>
            <a:prstDash val="solid"/>
          </a:ln>
        </p:spPr>
      </p:sp>
      <p:sp>
        <p:nvSpPr>
          <p:cNvPr id="20" name="overview-number-1">
            <a:extLst xmlns:a="http://schemas.openxmlformats.org/drawingml/2006/main">
              <a:ext uri="{FF2B5EF4-FFF2-40B4-BE49-F238E27FC236}">
                <a16:creationId xmlns:a16="http://schemas.microsoft.com/office/drawing/2014/main" id="{0A94897E-1034-488F-98FC-5817CADB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9107"/>
          </a:bodyPr>
          <a:lstStyle xmlns:a="http://schemas.openxmlformats.org/drawingml/2006/main"/>
          <a:p xmlns:a="http://schemas.openxmlformats.org/drawingml/2006/main">
            <a:pPr algn="ctr">
              <a:defRPr sz="28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overview-title-1">
            <a:extLst xmlns:a="http://schemas.openxmlformats.org/drawingml/2006/main">
              <a:ext uri="{FF2B5EF4-FFF2-40B4-BE49-F238E27FC236}">
                <a16:creationId xmlns:a16="http://schemas.microsoft.com/office/drawing/2014/main" id="{F325A5A8-B0CD-46C1-AA2E-4F47A30C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838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维度一</a:t>
            </a:r>
          </a:p>
        </p:txBody>
      </p:sp>
      <p:sp>
        <p:nvSpPr>
          <p:cNvPr id="22" name="overview-rule-1">
            <a:extLst xmlns:a="http://schemas.openxmlformats.org/drawingml/2006/main">
              <a:ext uri="{FF2B5EF4-FFF2-40B4-BE49-F238E27FC236}">
                <a16:creationId xmlns:a16="http://schemas.microsoft.com/office/drawing/2014/main" id="{E751EE94-3816-4A1A-8304-DE986067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9525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23" name="overview-body-1">
            <a:extLst xmlns:a="http://schemas.openxmlformats.org/drawingml/2006/main">
              <a:ext uri="{FF2B5EF4-FFF2-40B4-BE49-F238E27FC236}">
                <a16:creationId xmlns:a16="http://schemas.microsoft.com/office/drawing/2014/main" id="{DC27BCB3-398E-42C9-8648-8670D6DE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对象、材料或背景</a:t>
            </a:r>
          </a:p>
        </p:txBody>
      </p:sp>
      <p:sp>
        <p:nvSpPr>
          <p:cNvPr id="24" name="overview-card-2">
            <a:extLst xmlns:a="http://schemas.openxmlformats.org/drawingml/2006/main">
              <a:ext uri="{FF2B5EF4-FFF2-40B4-BE49-F238E27FC236}">
                <a16:creationId xmlns:a16="http://schemas.microsoft.com/office/drawing/2014/main" id="{35570FBF-6F3F-4B0C-A86C-7B5275B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66950"/>
            <a:ext cx="33718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482B5"/>
            </a:solidFill>
            <a:prstDash val="solid"/>
          </a:ln>
        </p:spPr>
      </p:sp>
      <p:sp>
        <p:nvSpPr>
          <p:cNvPr id="25" name="overview-number-2">
            <a:extLst xmlns:a="http://schemas.openxmlformats.org/drawingml/2006/main">
              <a:ext uri="{FF2B5EF4-FFF2-40B4-BE49-F238E27FC236}">
                <a16:creationId xmlns:a16="http://schemas.microsoft.com/office/drawing/2014/main" id="{A7D66CD7-B359-4461-AF84-7B881C94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574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9107"/>
          </a:bodyPr>
          <a:lstStyle xmlns:a="http://schemas.openxmlformats.org/drawingml/2006/main"/>
          <a:p xmlns:a="http://schemas.openxmlformats.org/drawingml/2006/main">
            <a:pPr algn="ctr">
              <a:defRPr sz="28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overview-title-2">
            <a:extLst xmlns:a="http://schemas.openxmlformats.org/drawingml/2006/main">
              <a:ext uri="{FF2B5EF4-FFF2-40B4-BE49-F238E27FC236}">
                <a16:creationId xmlns:a16="http://schemas.microsoft.com/office/drawing/2014/main" id="{68B0D9EF-4090-415C-9D25-BB2F8740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67050"/>
            <a:ext cx="2838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维度二</a:t>
            </a:r>
          </a:p>
        </p:txBody>
      </p:sp>
      <p:sp>
        <p:nvSpPr>
          <p:cNvPr id="27" name="overview-rule-2">
            <a:extLst xmlns:a="http://schemas.openxmlformats.org/drawingml/2006/main">
              <a:ext uri="{FF2B5EF4-FFF2-40B4-BE49-F238E27FC236}">
                <a16:creationId xmlns:a16="http://schemas.microsoft.com/office/drawing/2014/main" id="{58004A68-4DBC-488F-903F-A5CCDFBA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819525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28" name="overview-body-2">
            <a:extLst xmlns:a="http://schemas.openxmlformats.org/drawingml/2006/main">
              <a:ext uri="{FF2B5EF4-FFF2-40B4-BE49-F238E27FC236}">
                <a16:creationId xmlns:a16="http://schemas.microsoft.com/office/drawing/2014/main" id="{5B666D3F-13BE-4089-8882-117267AD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00500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方法、机制或变量</a:t>
            </a:r>
          </a:p>
        </p:txBody>
      </p:sp>
      <p:sp>
        <p:nvSpPr>
          <p:cNvPr id="29" name="overview-card-3">
            <a:extLst xmlns:a="http://schemas.openxmlformats.org/drawingml/2006/main">
              <a:ext uri="{FF2B5EF4-FFF2-40B4-BE49-F238E27FC236}">
                <a16:creationId xmlns:a16="http://schemas.microsoft.com/office/drawing/2014/main" id="{48F7A82A-1DE3-4C6B-A648-948B0478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3718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482B5"/>
            </a:solidFill>
            <a:prstDash val="solid"/>
          </a:ln>
        </p:spPr>
      </p:sp>
      <p:sp>
        <p:nvSpPr>
          <p:cNvPr id="30" name="overview-number-3">
            <a:extLst xmlns:a="http://schemas.openxmlformats.org/drawingml/2006/main">
              <a:ext uri="{FF2B5EF4-FFF2-40B4-BE49-F238E27FC236}">
                <a16:creationId xmlns:a16="http://schemas.microsoft.com/office/drawing/2014/main" id="{D8DD7B83-D1B2-4C75-A390-A05A4D2F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574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9107"/>
          </a:bodyPr>
          <a:lstStyle xmlns:a="http://schemas.openxmlformats.org/drawingml/2006/main"/>
          <a:p xmlns:a="http://schemas.openxmlformats.org/drawingml/2006/main">
            <a:pPr algn="ctr">
              <a:defRPr sz="28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1" name="overview-title-3">
            <a:extLst xmlns:a="http://schemas.openxmlformats.org/drawingml/2006/main">
              <a:ext uri="{FF2B5EF4-FFF2-40B4-BE49-F238E27FC236}">
                <a16:creationId xmlns:a16="http://schemas.microsoft.com/office/drawing/2014/main" id="{B83F27F5-A534-4D56-9229-C86A03C3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2838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维度三</a:t>
            </a:r>
          </a:p>
        </p:txBody>
      </p:sp>
      <p:sp>
        <p:nvSpPr>
          <p:cNvPr id="32" name="overview-rule-3">
            <a:extLst xmlns:a="http://schemas.openxmlformats.org/drawingml/2006/main">
              <a:ext uri="{FF2B5EF4-FFF2-40B4-BE49-F238E27FC236}">
                <a16:creationId xmlns:a16="http://schemas.microsoft.com/office/drawing/2014/main" id="{8726BF44-AA07-4166-B487-BDE9F66D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9525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33" name="overview-body-3">
            <a:extLst xmlns:a="http://schemas.openxmlformats.org/drawingml/2006/main">
              <a:ext uri="{FF2B5EF4-FFF2-40B4-BE49-F238E27FC236}">
                <a16:creationId xmlns:a16="http://schemas.microsoft.com/office/drawing/2014/main" id="{AAD79060-26A9-4647-9917-9AC4344E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00500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结果、影响或边界</a:t>
            </a:r>
          </a:p>
        </p:txBody>
      </p:sp>
    </p:spTree>
    <p:extLst>
      <p:ext uri="{BB962C8B-B14F-4D97-AF65-F5344CB8AC3E}">
        <p14:creationId xmlns:p14="http://schemas.microsoft.com/office/powerpoint/2010/main" val="6381448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C2686AD7-2C4D-4A36-91C9-99D949D5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CEC11E8D-AF4A-4E91-A179-A1EF3B1A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1E364EAB-49AF-4E55-8455-8347BAFF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FF8E3824-57B0-42F9-AF7E-A3026E30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DA310B12-C14E-4039-9D17-859D170C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A3D9CACB-C3CC-4DD3-A66B-3F586F89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755DAA56-66CB-489F-8A61-38E0A3CF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7B2398B3-07E1-4E05-A893-9F2877F1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-active">
            <a:extLst xmlns:a="http://schemas.openxmlformats.org/drawingml/2006/main">
              <a:ext uri="{FF2B5EF4-FFF2-40B4-BE49-F238E27FC236}">
                <a16:creationId xmlns:a16="http://schemas.microsoft.com/office/drawing/2014/main" id="{7092D07F-F332-4D8B-AA2C-C92BF415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A5265C94-FE7A-43C3-99E3-0FB83C51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A59457A1-E738-4B4B-B76E-034A8058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9D238928-EF4F-4DAD-ABA2-4AAD0EF7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F44DF1D-53D9-40C4-8AA7-22495F0C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5FD09F-86C9-46A4-B177-924490D4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B40D62-69D7-44B4-A236-AB7263FD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三层递进分析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B939A251-DE48-41E7-89F5-40E418C3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analysis-root-disc">
            <a:extLst xmlns:a="http://schemas.openxmlformats.org/drawingml/2006/main">
              <a:ext uri="{FF2B5EF4-FFF2-40B4-BE49-F238E27FC236}">
                <a16:creationId xmlns:a16="http://schemas.microsoft.com/office/drawing/2014/main" id="{4E69CBC1-AC3D-4101-9016-F0957070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9300"/>
            <a:ext cx="2095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18" name="analysis-root-label">
            <a:extLst xmlns:a="http://schemas.openxmlformats.org/drawingml/2006/main">
              <a:ext uri="{FF2B5EF4-FFF2-40B4-BE49-F238E27FC236}">
                <a16:creationId xmlns:a16="http://schemas.microsoft.com/office/drawing/2014/main" id="{C45A0754-C2A0-4EFE-B68C-211C313C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5600"/>
            <a:ext cx="1390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分析层级</a:t>
            </a:r>
          </a:p>
        </p:txBody>
      </p:sp>
      <p:sp>
        <p:nvSpPr>
          <p:cNvPr id="19" name="analysis-topic-1">
            <a:extLst xmlns:a="http://schemas.openxmlformats.org/drawingml/2006/main">
              <a:ext uri="{FF2B5EF4-FFF2-40B4-BE49-F238E27FC236}">
                <a16:creationId xmlns:a16="http://schemas.microsoft.com/office/drawing/2014/main" id="{7D52A8BF-D764-4DC0-AF06-7BA96D16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57350"/>
            <a:ext cx="24955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20" name="analysis-topic-text-1">
            <a:extLst xmlns:a="http://schemas.openxmlformats.org/drawingml/2006/main">
              <a:ext uri="{FF2B5EF4-FFF2-40B4-BE49-F238E27FC236}">
                <a16:creationId xmlns:a16="http://schemas.microsoft.com/office/drawing/2014/main" id="{DA833219-B79A-4EB3-A6CC-6B07A473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09750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第一层｜现象或材料</a:t>
            </a:r>
          </a:p>
        </p:txBody>
      </p:sp>
      <p:sp>
        <p:nvSpPr>
          <p:cNvPr id="21" name="analysis-link-1">
            <a:extLst xmlns:a="http://schemas.openxmlformats.org/drawingml/2006/main">
              <a:ext uri="{FF2B5EF4-FFF2-40B4-BE49-F238E27FC236}">
                <a16:creationId xmlns:a16="http://schemas.microsoft.com/office/drawing/2014/main" id="{4BB26B80-3287-4D72-8ABA-C45D7311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621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2" name="analysis-detail-1">
            <a:extLst xmlns:a="http://schemas.openxmlformats.org/drawingml/2006/main">
              <a:ext uri="{FF2B5EF4-FFF2-40B4-BE49-F238E27FC236}">
                <a16:creationId xmlns:a16="http://schemas.microsoft.com/office/drawing/2014/main" id="{5E1428DD-011A-4F05-A8DE-0A9F8996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609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BE6"/>
            </a:solidFill>
            <a:prstDash val="solid"/>
          </a:ln>
        </p:spPr>
      </p:sp>
      <p:sp>
        <p:nvSpPr>
          <p:cNvPr id="23" name="analysis-detail-text-1">
            <a:extLst xmlns:a="http://schemas.openxmlformats.org/drawingml/2006/main">
              <a:ext uri="{FF2B5EF4-FFF2-40B4-BE49-F238E27FC236}">
                <a16:creationId xmlns:a16="http://schemas.microsoft.com/office/drawing/2014/main" id="{C9B2D70B-E670-4DBC-988E-D9F83CF9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71650"/>
            <a:ext cx="560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说明直接观察到什么</a:t>
            </a:r>
          </a:p>
        </p:txBody>
      </p:sp>
      <p:sp>
        <p:nvSpPr>
          <p:cNvPr id="24" name="analysis-topic-2">
            <a:extLst xmlns:a="http://schemas.openxmlformats.org/drawingml/2006/main">
              <a:ext uri="{FF2B5EF4-FFF2-40B4-BE49-F238E27FC236}">
                <a16:creationId xmlns:a16="http://schemas.microsoft.com/office/drawing/2014/main" id="{F713137D-ADEF-4203-8794-DAAF2ACD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09900"/>
            <a:ext cx="24955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64A7C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25" name="analysis-topic-text-2">
            <a:extLst xmlns:a="http://schemas.openxmlformats.org/drawingml/2006/main">
              <a:ext uri="{FF2B5EF4-FFF2-40B4-BE49-F238E27FC236}">
                <a16:creationId xmlns:a16="http://schemas.microsoft.com/office/drawing/2014/main" id="{DC2D10C6-7FCC-4108-BB07-3E0E530D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62300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第二层｜机制或关系</a:t>
            </a:r>
          </a:p>
        </p:txBody>
      </p:sp>
      <p:sp>
        <p:nvSpPr>
          <p:cNvPr id="26" name="analysis-link-2">
            <a:extLst xmlns:a="http://schemas.openxmlformats.org/drawingml/2006/main">
              <a:ext uri="{FF2B5EF4-FFF2-40B4-BE49-F238E27FC236}">
                <a16:creationId xmlns:a16="http://schemas.microsoft.com/office/drawing/2014/main" id="{5B898CBD-D463-43FE-A45D-3FF8176A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1472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7" name="analysis-detail-2">
            <a:extLst xmlns:a="http://schemas.openxmlformats.org/drawingml/2006/main">
              <a:ext uri="{FF2B5EF4-FFF2-40B4-BE49-F238E27FC236}">
                <a16:creationId xmlns:a16="http://schemas.microsoft.com/office/drawing/2014/main" id="{1C458A95-F7EC-4726-924E-9919EA92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609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BE6"/>
            </a:solidFill>
            <a:prstDash val="solid"/>
          </a:ln>
        </p:spPr>
      </p:sp>
      <p:sp>
        <p:nvSpPr>
          <p:cNvPr id="28" name="analysis-detail-text-2">
            <a:extLst xmlns:a="http://schemas.openxmlformats.org/drawingml/2006/main">
              <a:ext uri="{FF2B5EF4-FFF2-40B4-BE49-F238E27FC236}">
                <a16:creationId xmlns:a16="http://schemas.microsoft.com/office/drawing/2014/main" id="{4C2FC1A4-38A9-45B3-8DCC-3129187F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24200"/>
            <a:ext cx="560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解释为何出现该现象</a:t>
            </a:r>
          </a:p>
        </p:txBody>
      </p:sp>
      <p:sp>
        <p:nvSpPr>
          <p:cNvPr id="29" name="analysis-topic-3">
            <a:extLst xmlns:a="http://schemas.openxmlformats.org/drawingml/2006/main">
              <a:ext uri="{FF2B5EF4-FFF2-40B4-BE49-F238E27FC236}">
                <a16:creationId xmlns:a16="http://schemas.microsoft.com/office/drawing/2014/main" id="{5EE81375-0CD7-40F1-A957-2641E617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62450"/>
            <a:ext cx="24955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30" name="analysis-topic-text-3">
            <a:extLst xmlns:a="http://schemas.openxmlformats.org/drawingml/2006/main">
              <a:ext uri="{FF2B5EF4-FFF2-40B4-BE49-F238E27FC236}">
                <a16:creationId xmlns:a16="http://schemas.microsoft.com/office/drawing/2014/main" id="{F8A1CC73-C5E3-47A1-B055-630217DD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14850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第三层｜意义或结论</a:t>
            </a:r>
          </a:p>
        </p:txBody>
      </p:sp>
      <p:sp>
        <p:nvSpPr>
          <p:cNvPr id="31" name="analysis-link-3">
            <a:extLst xmlns:a="http://schemas.openxmlformats.org/drawingml/2006/main">
              <a:ext uri="{FF2B5EF4-FFF2-40B4-BE49-F238E27FC236}">
                <a16:creationId xmlns:a16="http://schemas.microsoft.com/office/drawing/2014/main" id="{4C4AB3F1-098F-472D-BB36-FD333A97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672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32" name="analysis-detail-3">
            <a:extLst xmlns:a="http://schemas.openxmlformats.org/drawingml/2006/main">
              <a:ext uri="{FF2B5EF4-FFF2-40B4-BE49-F238E27FC236}">
                <a16:creationId xmlns:a16="http://schemas.microsoft.com/office/drawing/2014/main" id="{5BB06274-9A9B-4BE0-9AEE-D87217C4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62450"/>
            <a:ext cx="609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BE6"/>
            </a:solidFill>
            <a:prstDash val="solid"/>
          </a:ln>
        </p:spPr>
      </p:sp>
      <p:sp>
        <p:nvSpPr>
          <p:cNvPr id="33" name="analysis-detail-text-3">
            <a:extLst xmlns:a="http://schemas.openxmlformats.org/drawingml/2006/main">
              <a:ext uri="{FF2B5EF4-FFF2-40B4-BE49-F238E27FC236}">
                <a16:creationId xmlns:a16="http://schemas.microsoft.com/office/drawing/2014/main" id="{AC25CD03-5FE2-4715-8D22-4BEEC46F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76750"/>
            <a:ext cx="560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说明研究贡献与边界</a:t>
            </a:r>
          </a:p>
        </p:txBody>
      </p:sp>
      <p:sp>
        <p:nvSpPr>
          <p:cNvPr id="34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C0FCCEE2-BFD9-4D5A-99E0-2AF585B2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35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434E439B-9BC2-4C00-A488-2FD653E7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每一层必须对下一层构成包含、推导或抽象关系。</a:t>
            </a:r>
          </a:p>
        </p:txBody>
      </p:sp>
    </p:spTree>
    <p:extLst>
      <p:ext uri="{BB962C8B-B14F-4D97-AF65-F5344CB8AC3E}">
        <p14:creationId xmlns:p14="http://schemas.microsoft.com/office/powerpoint/2010/main" val="6327901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BB094EDD-1C90-4FB5-802C-0CDB76C1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0890CD5D-0AE4-4FB1-9F76-7D7ADA5B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D6C79011-CDFE-4C5F-A6FA-C3441271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0958DDA3-BB38-4495-BA54-C9B598D5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AF9E8BDC-67CA-4558-A662-96351F52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C241BB49-3142-4E28-8FB3-3669757F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A4CC17A0-FDD7-4FB5-B714-3C877CF6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3E1FDF4A-1799-4DD4-9E1C-BF425610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-active">
            <a:extLst xmlns:a="http://schemas.openxmlformats.org/drawingml/2006/main">
              <a:ext uri="{FF2B5EF4-FFF2-40B4-BE49-F238E27FC236}">
                <a16:creationId xmlns:a16="http://schemas.microsoft.com/office/drawing/2014/main" id="{5C9D84A6-87D1-4668-AF44-06E30E1E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92F584E1-4F13-49FF-AF1C-BB54A60E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BD4952A0-4547-4DFE-BC80-4E9FF64D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8E346B31-E441-4C54-8C36-D656FF91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E62C684-EF66-418A-8E8D-69F3AEBF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667DE41-C00F-4273-9FE3-1B1C84FE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512FC6-CDCB-4A60-BB93-219CAAE0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四点纵列清单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AA8BB271-D3A0-480B-9ABB-E42F4EF5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point-marker-1">
            <a:extLst xmlns:a="http://schemas.openxmlformats.org/drawingml/2006/main">
              <a:ext uri="{FF2B5EF4-FFF2-40B4-BE49-F238E27FC236}">
                <a16:creationId xmlns:a16="http://schemas.microsoft.com/office/drawing/2014/main" id="{339AF01F-A2B8-440E-A4F7-8E7EC1C9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364A7C"/>
            </a:solidFill>
            <a:prstDash val="solid"/>
          </a:ln>
        </p:spPr>
      </p:sp>
      <p:sp>
        <p:nvSpPr>
          <p:cNvPr id="18" name="point-letter-1">
            <a:extLst xmlns:a="http://schemas.openxmlformats.org/drawingml/2006/main">
              <a:ext uri="{FF2B5EF4-FFF2-40B4-BE49-F238E27FC236}">
                <a16:creationId xmlns:a16="http://schemas.microsoft.com/office/drawing/2014/main" id="{054B49D7-3D5B-40DE-987F-41D20E84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" name="point-title-1">
            <a:extLst xmlns:a="http://schemas.openxmlformats.org/drawingml/2006/main">
              <a:ext uri="{FF2B5EF4-FFF2-40B4-BE49-F238E27FC236}">
                <a16:creationId xmlns:a16="http://schemas.microsoft.com/office/drawing/2014/main" id="{E4CC0BF3-3ABC-4081-936A-520412A2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问题 A</a:t>
            </a:r>
          </a:p>
        </p:txBody>
      </p:sp>
      <p:sp>
        <p:nvSpPr>
          <p:cNvPr id="20" name="point-body-1">
            <a:extLst xmlns:a="http://schemas.openxmlformats.org/drawingml/2006/main">
              <a:ext uri="{FF2B5EF4-FFF2-40B4-BE49-F238E27FC236}">
                <a16:creationId xmlns:a16="http://schemas.microsoft.com/office/drawing/2014/main" id="{2BD8F62E-2D10-4550-9CCC-9C2CAF8B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193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一条必要解释</a:t>
            </a:r>
          </a:p>
        </p:txBody>
      </p:sp>
      <p:sp>
        <p:nvSpPr>
          <p:cNvPr id="21" name="point-rule-1">
            <a:extLst xmlns:a="http://schemas.openxmlformats.org/drawingml/2006/main">
              <a:ext uri="{FF2B5EF4-FFF2-40B4-BE49-F238E27FC236}">
                <a16:creationId xmlns:a16="http://schemas.microsoft.com/office/drawing/2014/main" id="{8FE1ABE4-7052-4B3E-BA42-E488E601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22" name="point-marker-2">
            <a:extLst xmlns:a="http://schemas.openxmlformats.org/drawingml/2006/main">
              <a:ext uri="{FF2B5EF4-FFF2-40B4-BE49-F238E27FC236}">
                <a16:creationId xmlns:a16="http://schemas.microsoft.com/office/drawing/2014/main" id="{91E93C66-1B8B-4303-8AF0-5F4DFBCD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BF4"/>
          </a:solidFill>
          <a:ln xmlns:a="http://schemas.openxmlformats.org/drawingml/2006/main" w="14288">
            <a:solidFill>
              <a:srgbClr val="364A7C"/>
            </a:solidFill>
            <a:prstDash val="solid"/>
          </a:ln>
        </p:spPr>
      </p:sp>
      <p:sp>
        <p:nvSpPr>
          <p:cNvPr id="23" name="point-letter-2">
            <a:extLst xmlns:a="http://schemas.openxmlformats.org/drawingml/2006/main">
              <a:ext uri="{FF2B5EF4-FFF2-40B4-BE49-F238E27FC236}">
                <a16:creationId xmlns:a16="http://schemas.microsoft.com/office/drawing/2014/main" id="{ACF7644E-B70A-4E20-91DC-9AAEC08E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23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4" name="point-title-2">
            <a:extLst xmlns:a="http://schemas.openxmlformats.org/drawingml/2006/main">
              <a:ext uri="{FF2B5EF4-FFF2-40B4-BE49-F238E27FC236}">
                <a16:creationId xmlns:a16="http://schemas.microsoft.com/office/drawing/2014/main" id="{C3B2C375-A290-4806-87EB-65741740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19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问题 B</a:t>
            </a:r>
          </a:p>
        </p:txBody>
      </p:sp>
      <p:sp>
        <p:nvSpPr>
          <p:cNvPr id="25" name="point-body-2">
            <a:extLst xmlns:a="http://schemas.openxmlformats.org/drawingml/2006/main">
              <a:ext uri="{FF2B5EF4-FFF2-40B4-BE49-F238E27FC236}">
                <a16:creationId xmlns:a16="http://schemas.microsoft.com/office/drawing/2014/main" id="{967E1A6A-3498-4DD8-94A0-611BDB1F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1942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一条必要解释</a:t>
            </a:r>
          </a:p>
        </p:txBody>
      </p:sp>
      <p:sp>
        <p:nvSpPr>
          <p:cNvPr id="26" name="point-rule-2">
            <a:extLst xmlns:a="http://schemas.openxmlformats.org/drawingml/2006/main">
              <a:ext uri="{FF2B5EF4-FFF2-40B4-BE49-F238E27FC236}">
                <a16:creationId xmlns:a16="http://schemas.microsoft.com/office/drawing/2014/main" id="{D2294EE5-918C-4100-9A99-97FA7C73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1472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27" name="point-marker-3">
            <a:extLst xmlns:a="http://schemas.openxmlformats.org/drawingml/2006/main">
              <a:ext uri="{FF2B5EF4-FFF2-40B4-BE49-F238E27FC236}">
                <a16:creationId xmlns:a16="http://schemas.microsoft.com/office/drawing/2014/main" id="{BA9DBA3F-9CFC-4253-8354-F444E53E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BF4"/>
          </a:solidFill>
          <a:ln xmlns:a="http://schemas.openxmlformats.org/drawingml/2006/main" w="14288">
            <a:solidFill>
              <a:srgbClr val="364A7C"/>
            </a:solidFill>
            <a:prstDash val="solid"/>
          </a:ln>
        </p:spPr>
      </p:sp>
      <p:sp>
        <p:nvSpPr>
          <p:cNvPr id="28" name="point-letter-3">
            <a:extLst xmlns:a="http://schemas.openxmlformats.org/drawingml/2006/main">
              <a:ext uri="{FF2B5EF4-FFF2-40B4-BE49-F238E27FC236}">
                <a16:creationId xmlns:a16="http://schemas.microsoft.com/office/drawing/2014/main" id="{A48F6493-7C39-4AD7-B139-A9286640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23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9" name="point-title-3">
            <a:extLst xmlns:a="http://schemas.openxmlformats.org/drawingml/2006/main">
              <a:ext uri="{FF2B5EF4-FFF2-40B4-BE49-F238E27FC236}">
                <a16:creationId xmlns:a16="http://schemas.microsoft.com/office/drawing/2014/main" id="{A59AFF81-8A99-44A2-87BC-8C99B10D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问题 C</a:t>
            </a:r>
          </a:p>
        </p:txBody>
      </p:sp>
      <p:sp>
        <p:nvSpPr>
          <p:cNvPr id="30" name="point-body-3">
            <a:extLst xmlns:a="http://schemas.openxmlformats.org/drawingml/2006/main">
              <a:ext uri="{FF2B5EF4-FFF2-40B4-BE49-F238E27FC236}">
                <a16:creationId xmlns:a16="http://schemas.microsoft.com/office/drawing/2014/main" id="{AAABF2AF-73A3-4B7A-83BD-E740088D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195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一条必要解释</a:t>
            </a:r>
          </a:p>
        </p:txBody>
      </p:sp>
      <p:sp>
        <p:nvSpPr>
          <p:cNvPr id="31" name="point-rule-3">
            <a:extLst xmlns:a="http://schemas.openxmlformats.org/drawingml/2006/main">
              <a:ext uri="{FF2B5EF4-FFF2-40B4-BE49-F238E27FC236}">
                <a16:creationId xmlns:a16="http://schemas.microsoft.com/office/drawing/2014/main" id="{B8662A98-597F-43D8-87AA-4B1007B3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148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32" name="point-marker-4">
            <a:extLst xmlns:a="http://schemas.openxmlformats.org/drawingml/2006/main">
              <a:ext uri="{FF2B5EF4-FFF2-40B4-BE49-F238E27FC236}">
                <a16:creationId xmlns:a16="http://schemas.microsoft.com/office/drawing/2014/main" id="{A19A535E-AABE-4D8B-9990-C68EAC99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BF4"/>
          </a:solidFill>
          <a:ln xmlns:a="http://schemas.openxmlformats.org/drawingml/2006/main" w="14288">
            <a:solidFill>
              <a:srgbClr val="364A7C"/>
            </a:solidFill>
            <a:prstDash val="solid"/>
          </a:ln>
        </p:spPr>
      </p:sp>
      <p:sp>
        <p:nvSpPr>
          <p:cNvPr id="33" name="point-letter-4">
            <a:extLst xmlns:a="http://schemas.openxmlformats.org/drawingml/2006/main">
              <a:ext uri="{FF2B5EF4-FFF2-40B4-BE49-F238E27FC236}">
                <a16:creationId xmlns:a16="http://schemas.microsoft.com/office/drawing/2014/main" id="{ACDEDE3E-19ED-4CDB-8DDA-6996D354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23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4" name="point-title-4">
            <a:extLst xmlns:a="http://schemas.openxmlformats.org/drawingml/2006/main">
              <a:ext uri="{FF2B5EF4-FFF2-40B4-BE49-F238E27FC236}">
                <a16:creationId xmlns:a16="http://schemas.microsoft.com/office/drawing/2014/main" id="{C622AA81-00F9-41E6-A034-5C108650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19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问题 D</a:t>
            </a:r>
          </a:p>
        </p:txBody>
      </p:sp>
      <p:sp>
        <p:nvSpPr>
          <p:cNvPr id="35" name="point-body-4">
            <a:extLst xmlns:a="http://schemas.openxmlformats.org/drawingml/2006/main">
              <a:ext uri="{FF2B5EF4-FFF2-40B4-BE49-F238E27FC236}">
                <a16:creationId xmlns:a16="http://schemas.microsoft.com/office/drawing/2014/main" id="{F9741A6A-C720-4BCF-8EF5-CD451429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1967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一条必要解释</a:t>
            </a:r>
          </a:p>
        </p:txBody>
      </p:sp>
      <p:sp>
        <p:nvSpPr>
          <p:cNvPr id="36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5DD53C62-3072-41C4-9286-AF219CDB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37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8BDC83B8-DBAD-402D-B647-6D155451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9775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四项是并列关系，不暗示顺序或因果。</a:t>
            </a:r>
          </a:p>
        </p:txBody>
      </p:sp>
    </p:spTree>
    <p:extLst>
      <p:ext uri="{BB962C8B-B14F-4D97-AF65-F5344CB8AC3E}">
        <p14:creationId xmlns:p14="http://schemas.microsoft.com/office/powerpoint/2010/main" val="17564924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AA3C7726-1910-48F7-9426-3A08ED09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2305B6E0-E6C8-4F2C-BD06-9C570CEB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43D1DCCD-FE50-4290-B047-1E903BC3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8655129F-8F92-400C-858B-6E812E77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6CBAEF13-2614-4F09-B734-FA674D09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7CEC7D13-E5CE-440C-873A-2EBA78A8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A93EA6CC-FB04-4E5E-AF5D-D25B9296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D97A1F6A-713B-4AA1-8AB0-AD95B1D6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-active">
            <a:extLst xmlns:a="http://schemas.openxmlformats.org/drawingml/2006/main">
              <a:ext uri="{FF2B5EF4-FFF2-40B4-BE49-F238E27FC236}">
                <a16:creationId xmlns:a16="http://schemas.microsoft.com/office/drawing/2014/main" id="{A358E8FE-4313-4B11-8116-AAA6E4C6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27C7E581-2257-44BC-B6D7-96A5CB15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8BB44FF2-2803-4927-AD12-E034BBC3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3D04C829-4302-4741-90DF-5D70D84D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F78F658-8795-4CAB-A9BE-B72E217A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80E60CF-DF32-4924-814F-05C59800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C21A5-96BF-4459-AD40-6250514B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三条同构内容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AB843E84-0C4F-46AB-BAD5-5845070B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row-number-block-1">
            <a:extLst xmlns:a="http://schemas.openxmlformats.org/drawingml/2006/main">
              <a:ext uri="{FF2B5EF4-FFF2-40B4-BE49-F238E27FC236}">
                <a16:creationId xmlns:a16="http://schemas.microsoft.com/office/drawing/2014/main" id="{619BEA02-2907-4E98-9EDE-9A7DAC0F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18" name="row-number-1">
            <a:extLst xmlns:a="http://schemas.openxmlformats.org/drawingml/2006/main">
              <a:ext uri="{FF2B5EF4-FFF2-40B4-BE49-F238E27FC236}">
                <a16:creationId xmlns:a16="http://schemas.microsoft.com/office/drawing/2014/main" id="{183A5648-FFB4-4F13-92D6-4F9A2F5D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000"/>
          </a:bodyPr>
          <a:lstStyle xmlns:a="http://schemas.openxmlformats.org/drawingml/2006/main"/>
          <a:p xmlns:a="http://schemas.openxmlformats.org/drawingml/2006/main">
            <a:pPr algn="ctr">
              <a:defRPr sz="2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row-title-in-block-1">
            <a:extLst xmlns:a="http://schemas.openxmlformats.org/drawingml/2006/main">
              <a:ext uri="{FF2B5EF4-FFF2-40B4-BE49-F238E27FC236}">
                <a16:creationId xmlns:a16="http://schemas.microsoft.com/office/drawing/2014/main" id="{55ADC7E2-DFC4-4E53-A81B-B7CF986E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ED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EDF1F8"/>
                </a:solidFill>
                <a:latin typeface="Microsoft YaHei"/>
                <a:ea typeface="Microsoft YaHei"/>
                <a:cs typeface="Microsoft YaHei"/>
              </a:rPr>
              <a:t>论点一</a:t>
            </a:r>
          </a:p>
        </p:txBody>
      </p:sp>
      <p:sp>
        <p:nvSpPr>
          <p:cNvPr id="20" name="row-content-1">
            <a:extLst xmlns:a="http://schemas.openxmlformats.org/drawingml/2006/main">
              <a:ext uri="{FF2B5EF4-FFF2-40B4-BE49-F238E27FC236}">
                <a16:creationId xmlns:a16="http://schemas.microsoft.com/office/drawing/2014/main" id="{130907C1-E5F3-4FA6-88CF-DFE8E242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76400"/>
            <a:ext cx="9029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BE6"/>
            </a:solidFill>
            <a:prstDash val="solid"/>
          </a:ln>
        </p:spPr>
      </p:sp>
      <p:sp>
        <p:nvSpPr>
          <p:cNvPr id="21" name="row-body-1">
            <a:extLst xmlns:a="http://schemas.openxmlformats.org/drawingml/2006/main">
              <a:ext uri="{FF2B5EF4-FFF2-40B4-BE49-F238E27FC236}">
                <a16:creationId xmlns:a16="http://schemas.microsoft.com/office/drawing/2014/main" id="{CB8ED718-DCCE-46CA-8C91-61553DF7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09750"/>
            <a:ext cx="842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依据｜观察｜解释｜边界</a:t>
            </a:r>
          </a:p>
        </p:txBody>
      </p:sp>
      <p:sp>
        <p:nvSpPr>
          <p:cNvPr id="22" name="row-number-block-2">
            <a:extLst xmlns:a="http://schemas.openxmlformats.org/drawingml/2006/main">
              <a:ext uri="{FF2B5EF4-FFF2-40B4-BE49-F238E27FC236}">
                <a16:creationId xmlns:a16="http://schemas.microsoft.com/office/drawing/2014/main" id="{D04A7132-9305-4B20-BC84-2AC6181C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23" name="row-number-2">
            <a:extLst xmlns:a="http://schemas.openxmlformats.org/drawingml/2006/main">
              <a:ext uri="{FF2B5EF4-FFF2-40B4-BE49-F238E27FC236}">
                <a16:creationId xmlns:a16="http://schemas.microsoft.com/office/drawing/2014/main" id="{44C77A48-FB2C-4E9D-92D7-E843E68A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000"/>
          </a:bodyPr>
          <a:lstStyle xmlns:a="http://schemas.openxmlformats.org/drawingml/2006/main"/>
          <a:p xmlns:a="http://schemas.openxmlformats.org/drawingml/2006/main">
            <a:pPr algn="ctr">
              <a:defRPr sz="2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4" name="row-title-in-block-2">
            <a:extLst xmlns:a="http://schemas.openxmlformats.org/drawingml/2006/main">
              <a:ext uri="{FF2B5EF4-FFF2-40B4-BE49-F238E27FC236}">
                <a16:creationId xmlns:a16="http://schemas.microsoft.com/office/drawing/2014/main" id="{A48F143A-0697-4AA5-B386-6923BFD0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ED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EDF1F8"/>
                </a:solidFill>
                <a:latin typeface="Microsoft YaHei"/>
                <a:ea typeface="Microsoft YaHei"/>
                <a:cs typeface="Microsoft YaHei"/>
              </a:rPr>
              <a:t>论点二</a:t>
            </a:r>
          </a:p>
        </p:txBody>
      </p:sp>
      <p:sp>
        <p:nvSpPr>
          <p:cNvPr id="25" name="row-content-2">
            <a:extLst xmlns:a="http://schemas.openxmlformats.org/drawingml/2006/main">
              <a:ext uri="{FF2B5EF4-FFF2-40B4-BE49-F238E27FC236}">
                <a16:creationId xmlns:a16="http://schemas.microsoft.com/office/drawing/2014/main" id="{3782ED86-ADA8-4618-84B0-34FBDD98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33700"/>
            <a:ext cx="9029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D5DBE6"/>
            </a:solidFill>
            <a:prstDash val="solid"/>
          </a:ln>
        </p:spPr>
      </p:sp>
      <p:sp>
        <p:nvSpPr>
          <p:cNvPr id="26" name="row-body-2">
            <a:extLst xmlns:a="http://schemas.openxmlformats.org/drawingml/2006/main">
              <a:ext uri="{FF2B5EF4-FFF2-40B4-BE49-F238E27FC236}">
                <a16:creationId xmlns:a16="http://schemas.microsoft.com/office/drawing/2014/main" id="{F0DD956C-D108-46DF-9F46-30690C93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67050"/>
            <a:ext cx="842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依据｜观察｜解释｜边界</a:t>
            </a:r>
          </a:p>
        </p:txBody>
      </p:sp>
      <p:sp>
        <p:nvSpPr>
          <p:cNvPr id="27" name="row-number-block-3">
            <a:extLst xmlns:a="http://schemas.openxmlformats.org/drawingml/2006/main">
              <a:ext uri="{FF2B5EF4-FFF2-40B4-BE49-F238E27FC236}">
                <a16:creationId xmlns:a16="http://schemas.microsoft.com/office/drawing/2014/main" id="{53E20CC8-8BF2-49E7-90E0-52591657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28" name="row-number-3">
            <a:extLst xmlns:a="http://schemas.openxmlformats.org/drawingml/2006/main">
              <a:ext uri="{FF2B5EF4-FFF2-40B4-BE49-F238E27FC236}">
                <a16:creationId xmlns:a16="http://schemas.microsoft.com/office/drawing/2014/main" id="{C9B281E0-CEFB-47A6-AF27-3B7F0192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000"/>
          </a:bodyPr>
          <a:lstStyle xmlns:a="http://schemas.openxmlformats.org/drawingml/2006/main"/>
          <a:p xmlns:a="http://schemas.openxmlformats.org/drawingml/2006/main">
            <a:pPr algn="ctr">
              <a:defRPr sz="2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9" name="row-title-in-block-3">
            <a:extLst xmlns:a="http://schemas.openxmlformats.org/drawingml/2006/main">
              <a:ext uri="{FF2B5EF4-FFF2-40B4-BE49-F238E27FC236}">
                <a16:creationId xmlns:a16="http://schemas.microsoft.com/office/drawing/2014/main" id="{7F6A389D-2AE5-4E2C-AF7C-344BC5E8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ED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EDF1F8"/>
                </a:solidFill>
                <a:latin typeface="Microsoft YaHei"/>
                <a:ea typeface="Microsoft YaHei"/>
                <a:cs typeface="Microsoft YaHei"/>
              </a:rPr>
              <a:t>论点三</a:t>
            </a:r>
          </a:p>
        </p:txBody>
      </p:sp>
      <p:sp>
        <p:nvSpPr>
          <p:cNvPr id="30" name="row-content-3">
            <a:extLst xmlns:a="http://schemas.openxmlformats.org/drawingml/2006/main">
              <a:ext uri="{FF2B5EF4-FFF2-40B4-BE49-F238E27FC236}">
                <a16:creationId xmlns:a16="http://schemas.microsoft.com/office/drawing/2014/main" id="{62E0D199-E67C-4FEB-9D21-FCEECC88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9029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BE6"/>
            </a:solidFill>
            <a:prstDash val="solid"/>
          </a:ln>
        </p:spPr>
      </p:sp>
      <p:sp>
        <p:nvSpPr>
          <p:cNvPr id="31" name="row-body-3">
            <a:extLst xmlns:a="http://schemas.openxmlformats.org/drawingml/2006/main">
              <a:ext uri="{FF2B5EF4-FFF2-40B4-BE49-F238E27FC236}">
                <a16:creationId xmlns:a16="http://schemas.microsoft.com/office/drawing/2014/main" id="{5D13A4DB-A865-470D-89AB-582F9B6D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24350"/>
            <a:ext cx="842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依据｜观察｜解释｜边界</a:t>
            </a:r>
          </a:p>
        </p:txBody>
      </p:sp>
      <p:sp>
        <p:nvSpPr>
          <p:cNvPr id="32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4D5DAC96-7A52-415F-8D02-BC977CE8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33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05297A75-20E0-4831-825C-01E87E83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每行采用相同语法：标题、依据、解释与小结。</a:t>
            </a:r>
          </a:p>
        </p:txBody>
      </p:sp>
    </p:spTree>
    <p:extLst>
      <p:ext uri="{BB962C8B-B14F-4D97-AF65-F5344CB8AC3E}">
        <p14:creationId xmlns:p14="http://schemas.microsoft.com/office/powerpoint/2010/main" val="12662277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26A1CCE7-CFD9-4B0D-A160-EFBA8671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D4D9D629-FD11-43F3-8AF8-4B49EC22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DA8C9ACD-8039-4CB3-9447-CD5A7825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D2B01CE3-B501-4675-BE3A-37E07324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974AA4AB-9985-4459-A092-08B6B02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7EE8F0C7-B50C-4F9F-949C-2A7557C9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68600CE4-F8A8-4929-99BA-A6BCEE85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D9234250-DF3C-485A-A569-54868F6F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-active">
            <a:extLst xmlns:a="http://schemas.openxmlformats.org/drawingml/2006/main">
              <a:ext uri="{FF2B5EF4-FFF2-40B4-BE49-F238E27FC236}">
                <a16:creationId xmlns:a16="http://schemas.microsoft.com/office/drawing/2014/main" id="{D009962E-824B-43A1-8DE8-7BC214E1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C72F7752-F528-40E3-80B2-E19C31A6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285C328F-3343-4910-8DF8-4DED2FBD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5DBD5A61-DD8A-4FFE-8518-A14FE20A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7AD1DDD-B4A8-4DC3-B20A-F070DB9E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6D7FAF-C4D8-4736-AF08-D500C297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F5A38B-5D32-4222-9C0E-9E75D8CA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四个同层级研究目标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61CD02-4CFA-4534-8F90-F6ADF153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objectives-overall-goal">
            <a:extLst xmlns:a="http://schemas.openxmlformats.org/drawingml/2006/main">
              <a:ext uri="{FF2B5EF4-FFF2-40B4-BE49-F238E27FC236}">
                <a16:creationId xmlns:a16="http://schemas.microsoft.com/office/drawing/2014/main" id="{733AEF29-06F9-4166-9851-4BA49090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43050"/>
            <a:ext cx="8953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A7C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  <p:txBody>
          <a:bodyPr xmlns:a="http://schemas.openxmlformats.org/drawingml/2006/main" anchor="ctr">
            <a:normAutofit fontScale="8451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总目标｜用一句话界定研究要解决的问题</a:t>
            </a:r>
          </a:p>
        </p:txBody>
      </p:sp>
      <p:sp>
        <p:nvSpPr>
          <p:cNvPr id="18" name="objective-card-1">
            <a:extLst xmlns:a="http://schemas.openxmlformats.org/drawingml/2006/main">
              <a:ext uri="{FF2B5EF4-FFF2-40B4-BE49-F238E27FC236}">
                <a16:creationId xmlns:a16="http://schemas.microsoft.com/office/drawing/2014/main" id="{998A381E-DFFA-4B9A-ACA2-9FB7F431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476500" cy="32194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2383">
            <a:solidFill>
              <a:srgbClr val="364A7C"/>
            </a:solidFill>
            <a:prstDash val="solid"/>
          </a:ln>
        </p:spPr>
      </p:sp>
      <p:sp>
        <p:nvSpPr>
          <p:cNvPr id="19" name="objective-number-disc-1">
            <a:extLst xmlns:a="http://schemas.openxmlformats.org/drawingml/2006/main">
              <a:ext uri="{FF2B5EF4-FFF2-40B4-BE49-F238E27FC236}">
                <a16:creationId xmlns:a16="http://schemas.microsoft.com/office/drawing/2014/main" id="{0D448953-1EF3-474D-B7F8-3272F425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20" name="objective-number-1">
            <a:extLst xmlns:a="http://schemas.openxmlformats.org/drawingml/2006/main">
              <a:ext uri="{FF2B5EF4-FFF2-40B4-BE49-F238E27FC236}">
                <a16:creationId xmlns:a16="http://schemas.microsoft.com/office/drawing/2014/main" id="{DC5CC846-1662-4C85-A14E-119DF0F2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objective-title-1">
            <a:extLst xmlns:a="http://schemas.openxmlformats.org/drawingml/2006/main">
              <a:ext uri="{FF2B5EF4-FFF2-40B4-BE49-F238E27FC236}">
                <a16:creationId xmlns:a16="http://schemas.microsoft.com/office/drawing/2014/main" id="{15746B3F-0C00-4351-8A2F-81106811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目标一</a:t>
            </a:r>
          </a:p>
        </p:txBody>
      </p:sp>
      <p:sp>
        <p:nvSpPr>
          <p:cNvPr id="22" name="objective-rule-1">
            <a:extLst xmlns:a="http://schemas.openxmlformats.org/drawingml/2006/main">
              <a:ext uri="{FF2B5EF4-FFF2-40B4-BE49-F238E27FC236}">
                <a16:creationId xmlns:a16="http://schemas.microsoft.com/office/drawing/2014/main" id="{1442112B-5825-4527-B064-2E0B70CD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144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3" name="objective-body-1">
            <a:extLst xmlns:a="http://schemas.openxmlformats.org/drawingml/2006/main">
              <a:ext uri="{FF2B5EF4-FFF2-40B4-BE49-F238E27FC236}">
                <a16:creationId xmlns:a16="http://schemas.microsoft.com/office/drawing/2014/main" id="{C9D95E7C-9E70-4993-A919-31CFC0FF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明确对象或范围</a:t>
            </a:r>
          </a:p>
        </p:txBody>
      </p:sp>
      <p:sp>
        <p:nvSpPr>
          <p:cNvPr id="24" name="objective-card-2">
            <a:extLst xmlns:a="http://schemas.openxmlformats.org/drawingml/2006/main">
              <a:ext uri="{FF2B5EF4-FFF2-40B4-BE49-F238E27FC236}">
                <a16:creationId xmlns:a16="http://schemas.microsoft.com/office/drawing/2014/main" id="{21E7B3EE-765C-4238-92E1-F6D5ED22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2476500" cy="32194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2383">
            <a:solidFill>
              <a:srgbClr val="364A7C"/>
            </a:solidFill>
            <a:prstDash val="solid"/>
          </a:ln>
        </p:spPr>
      </p:sp>
      <p:sp>
        <p:nvSpPr>
          <p:cNvPr id="25" name="objective-number-disc-2">
            <a:extLst xmlns:a="http://schemas.openxmlformats.org/drawingml/2006/main">
              <a:ext uri="{FF2B5EF4-FFF2-40B4-BE49-F238E27FC236}">
                <a16:creationId xmlns:a16="http://schemas.microsoft.com/office/drawing/2014/main" id="{E7B8E55B-E3D2-4C48-A73A-F0FB3BFA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26" name="objective-number-2">
            <a:extLst xmlns:a="http://schemas.openxmlformats.org/drawingml/2006/main">
              <a:ext uri="{FF2B5EF4-FFF2-40B4-BE49-F238E27FC236}">
                <a16:creationId xmlns:a16="http://schemas.microsoft.com/office/drawing/2014/main" id="{5A16E6FB-6726-4A10-8D4C-CA8096DA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7" name="objective-title-2">
            <a:extLst xmlns:a="http://schemas.openxmlformats.org/drawingml/2006/main">
              <a:ext uri="{FF2B5EF4-FFF2-40B4-BE49-F238E27FC236}">
                <a16:creationId xmlns:a16="http://schemas.microsoft.com/office/drawing/2014/main" id="{4C17F8E3-D33A-4294-A63A-A1E98195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909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目标二</a:t>
            </a:r>
          </a:p>
        </p:txBody>
      </p:sp>
      <p:sp>
        <p:nvSpPr>
          <p:cNvPr id="28" name="objective-rule-2">
            <a:extLst xmlns:a="http://schemas.openxmlformats.org/drawingml/2006/main">
              <a:ext uri="{FF2B5EF4-FFF2-40B4-BE49-F238E27FC236}">
                <a16:creationId xmlns:a16="http://schemas.microsoft.com/office/drawing/2014/main" id="{F94D7263-2733-41B8-94F3-CFA0F441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33850"/>
            <a:ext cx="144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9" name="objective-body-2">
            <a:extLst xmlns:a="http://schemas.openxmlformats.org/drawingml/2006/main">
              <a:ext uri="{FF2B5EF4-FFF2-40B4-BE49-F238E27FC236}">
                <a16:creationId xmlns:a16="http://schemas.microsoft.com/office/drawing/2014/main" id="{B261916F-69B2-4006-9B23-8D1A9EBF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24350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建立方法或模型</a:t>
            </a:r>
          </a:p>
        </p:txBody>
      </p:sp>
      <p:sp>
        <p:nvSpPr>
          <p:cNvPr id="30" name="objective-card-3">
            <a:extLst xmlns:a="http://schemas.openxmlformats.org/drawingml/2006/main">
              <a:ext uri="{FF2B5EF4-FFF2-40B4-BE49-F238E27FC236}">
                <a16:creationId xmlns:a16="http://schemas.microsoft.com/office/drawing/2014/main" id="{01FACDA5-619F-4D70-89D2-B88CEF54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2476500" cy="32194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2383">
            <a:solidFill>
              <a:srgbClr val="364A7C"/>
            </a:solidFill>
            <a:prstDash val="solid"/>
          </a:ln>
        </p:spPr>
      </p:sp>
      <p:sp>
        <p:nvSpPr>
          <p:cNvPr id="31" name="objective-number-disc-3">
            <a:extLst xmlns:a="http://schemas.openxmlformats.org/drawingml/2006/main">
              <a:ext uri="{FF2B5EF4-FFF2-40B4-BE49-F238E27FC236}">
                <a16:creationId xmlns:a16="http://schemas.microsoft.com/office/drawing/2014/main" id="{393394C3-D9C6-409C-BB2D-8C46E8CD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32" name="objective-number-3">
            <a:extLst xmlns:a="http://schemas.openxmlformats.org/drawingml/2006/main">
              <a:ext uri="{FF2B5EF4-FFF2-40B4-BE49-F238E27FC236}">
                <a16:creationId xmlns:a16="http://schemas.microsoft.com/office/drawing/2014/main" id="{899588A6-E3E6-42EC-82C0-019B70DB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3" name="objective-title-3">
            <a:extLst xmlns:a="http://schemas.openxmlformats.org/drawingml/2006/main">
              <a:ext uri="{FF2B5EF4-FFF2-40B4-BE49-F238E27FC236}">
                <a16:creationId xmlns:a16="http://schemas.microsoft.com/office/drawing/2014/main" id="{B91D9A78-D223-4B53-B6CA-F455F9C0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目标三</a:t>
            </a:r>
          </a:p>
        </p:txBody>
      </p:sp>
      <p:sp>
        <p:nvSpPr>
          <p:cNvPr id="34" name="objective-rule-3">
            <a:extLst xmlns:a="http://schemas.openxmlformats.org/drawingml/2006/main">
              <a:ext uri="{FF2B5EF4-FFF2-40B4-BE49-F238E27FC236}">
                <a16:creationId xmlns:a16="http://schemas.microsoft.com/office/drawing/2014/main" id="{F4D92C24-E8DE-4181-BF45-B7B24758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33850"/>
            <a:ext cx="144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35" name="objective-body-3">
            <a:extLst xmlns:a="http://schemas.openxmlformats.org/drawingml/2006/main">
              <a:ext uri="{FF2B5EF4-FFF2-40B4-BE49-F238E27FC236}">
                <a16:creationId xmlns:a16="http://schemas.microsoft.com/office/drawing/2014/main" id="{D84AC047-FF98-4FA0-AE91-388E5C75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完成分析或验证</a:t>
            </a:r>
          </a:p>
        </p:txBody>
      </p:sp>
      <p:sp>
        <p:nvSpPr>
          <p:cNvPr id="36" name="objective-card-4">
            <a:extLst xmlns:a="http://schemas.openxmlformats.org/drawingml/2006/main">
              <a:ext uri="{FF2B5EF4-FFF2-40B4-BE49-F238E27FC236}">
                <a16:creationId xmlns:a16="http://schemas.microsoft.com/office/drawing/2014/main" id="{CB944751-31E9-4342-A3F6-601A5036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2476500" cy="32194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2383">
            <a:solidFill>
              <a:srgbClr val="364A7C"/>
            </a:solidFill>
            <a:prstDash val="solid"/>
          </a:ln>
        </p:spPr>
      </p:sp>
      <p:sp>
        <p:nvSpPr>
          <p:cNvPr id="37" name="objective-number-disc-4">
            <a:extLst xmlns:a="http://schemas.openxmlformats.org/drawingml/2006/main">
              <a:ext uri="{FF2B5EF4-FFF2-40B4-BE49-F238E27FC236}">
                <a16:creationId xmlns:a16="http://schemas.microsoft.com/office/drawing/2014/main" id="{B23CE4B0-0A9B-45FB-AD13-13654638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38" name="objective-number-4">
            <a:extLst xmlns:a="http://schemas.openxmlformats.org/drawingml/2006/main">
              <a:ext uri="{FF2B5EF4-FFF2-40B4-BE49-F238E27FC236}">
                <a16:creationId xmlns:a16="http://schemas.microsoft.com/office/drawing/2014/main" id="{C1189470-17B1-4361-9D37-0A0D2DEC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9" name="objective-title-4">
            <a:extLst xmlns:a="http://schemas.openxmlformats.org/drawingml/2006/main">
              <a:ext uri="{FF2B5EF4-FFF2-40B4-BE49-F238E27FC236}">
                <a16:creationId xmlns:a16="http://schemas.microsoft.com/office/drawing/2014/main" id="{F2432CC9-FC6A-4716-8521-0A747E9F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909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目标四</a:t>
            </a:r>
          </a:p>
        </p:txBody>
      </p:sp>
      <p:sp>
        <p:nvSpPr>
          <p:cNvPr id="40" name="objective-rule-4">
            <a:extLst xmlns:a="http://schemas.openxmlformats.org/drawingml/2006/main">
              <a:ext uri="{FF2B5EF4-FFF2-40B4-BE49-F238E27FC236}">
                <a16:creationId xmlns:a16="http://schemas.microsoft.com/office/drawing/2014/main" id="{D0DB54CE-04EA-419B-9C27-BB9DE7D7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33850"/>
            <a:ext cx="144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41" name="objective-body-4">
            <a:extLst xmlns:a="http://schemas.openxmlformats.org/drawingml/2006/main">
              <a:ext uri="{FF2B5EF4-FFF2-40B4-BE49-F238E27FC236}">
                <a16:creationId xmlns:a16="http://schemas.microsoft.com/office/drawing/2014/main" id="{1CE90506-B4A9-47A7-9FEB-D00EA353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24350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形成结论或方案</a:t>
            </a:r>
          </a:p>
        </p:txBody>
      </p:sp>
      <p:sp>
        <p:nvSpPr>
          <p:cNvPr id="42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6D6D2B5F-3CA1-4B0E-B8AB-A913C060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43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1A8460BB-DE78-44BE-9233-614EAE8F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目标写“要解决什么”，交付物写“完成后得到什么”。</a:t>
            </a:r>
          </a:p>
        </p:txBody>
      </p:sp>
    </p:spTree>
    <p:extLst>
      <p:ext uri="{BB962C8B-B14F-4D97-AF65-F5344CB8AC3E}">
        <p14:creationId xmlns:p14="http://schemas.microsoft.com/office/powerpoint/2010/main" val="3354719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87E8FC40-5518-4355-8A12-F1F3C289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C14F28FE-2A44-4AAC-AAF2-4F7BF0A8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B1A31AB8-0E3C-42F2-AEF6-530D20D2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A7AAD9CC-724C-4169-B7A3-FA71ED3C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B17C1B24-F85B-4716-BF91-09732DEF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6429089F-69A2-4FF1-BBC2-80169FC4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EFE2CBE7-EA3D-4631-8855-0CB2C48A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13E5967A-9535-4F05-AE47-714E5C6F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-active">
            <a:extLst xmlns:a="http://schemas.openxmlformats.org/drawingml/2006/main">
              <a:ext uri="{FF2B5EF4-FFF2-40B4-BE49-F238E27FC236}">
                <a16:creationId xmlns:a16="http://schemas.microsoft.com/office/drawing/2014/main" id="{78257BA0-3FC0-4863-ABD3-2355DC83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0B1C52A9-02E7-407F-A0FE-767BBD63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7F550541-B1A0-4CFA-9823-848DE22C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5D059997-370D-4E1C-819E-A4D1EBC5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38F5CF2-E2A9-41F5-978E-CE6C9065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6EC14B2-F582-4F7B-9F85-A8F8A037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525174-4B69-462D-B0DE-841450BF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论文研究框架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05209E12-4C44-4343-A7FA-8DCCC5DD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thesis-root">
            <a:extLst xmlns:a="http://schemas.openxmlformats.org/drawingml/2006/main">
              <a:ext uri="{FF2B5EF4-FFF2-40B4-BE49-F238E27FC236}">
                <a16:creationId xmlns:a16="http://schemas.microsoft.com/office/drawing/2014/main" id="{F3452304-AC77-4EB6-9D85-F2A59693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81150"/>
            <a:ext cx="4191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18" name="thesis-root-label">
            <a:extLst xmlns:a="http://schemas.openxmlformats.org/drawingml/2006/main">
              <a:ext uri="{FF2B5EF4-FFF2-40B4-BE49-F238E27FC236}">
                <a16:creationId xmlns:a16="http://schemas.microsoft.com/office/drawing/2014/main" id="{635E68D5-64BA-4E61-9461-8FF3D42C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85925"/>
            <a:ext cx="369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总研究问题</a:t>
            </a:r>
          </a:p>
        </p:txBody>
      </p:sp>
      <p:sp>
        <p:nvSpPr>
          <p:cNvPr id="19" name="thesis-root-stem">
            <a:extLst xmlns:a="http://schemas.openxmlformats.org/drawingml/2006/main">
              <a:ext uri="{FF2B5EF4-FFF2-40B4-BE49-F238E27FC236}">
                <a16:creationId xmlns:a16="http://schemas.microsoft.com/office/drawing/2014/main" id="{7CF6163A-9A71-43A5-8E73-DA7E0542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0" name="thesis-branch-rail">
            <a:extLst xmlns:a="http://schemas.openxmlformats.org/drawingml/2006/main">
              <a:ext uri="{FF2B5EF4-FFF2-40B4-BE49-F238E27FC236}">
                <a16:creationId xmlns:a16="http://schemas.microsoft.com/office/drawing/2014/main" id="{6C93B202-CED5-4B08-A674-59FB66FD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00350"/>
            <a:ext cx="834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1" name="thesis-branch-stem-1">
            <a:extLst xmlns:a="http://schemas.openxmlformats.org/drawingml/2006/main">
              <a:ext uri="{FF2B5EF4-FFF2-40B4-BE49-F238E27FC236}">
                <a16:creationId xmlns:a16="http://schemas.microsoft.com/office/drawing/2014/main" id="{1B6A4C2A-31C2-4E4C-99E5-48692C92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0035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2" name="thesis-branch-1">
            <a:extLst xmlns:a="http://schemas.openxmlformats.org/drawingml/2006/main">
              <a:ext uri="{FF2B5EF4-FFF2-40B4-BE49-F238E27FC236}">
                <a16:creationId xmlns:a16="http://schemas.microsoft.com/office/drawing/2014/main" id="{F89520A6-2568-4A3D-B970-390EAD76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971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23" name="thesis-branch-label-1">
            <a:extLst xmlns:a="http://schemas.openxmlformats.org/drawingml/2006/main">
              <a:ext uri="{FF2B5EF4-FFF2-40B4-BE49-F238E27FC236}">
                <a16:creationId xmlns:a16="http://schemas.microsoft.com/office/drawing/2014/main" id="{7A87C0A9-840C-4F1D-8BA9-3D6F519B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研究模块一</a:t>
            </a:r>
          </a:p>
        </p:txBody>
      </p:sp>
      <p:sp>
        <p:nvSpPr>
          <p:cNvPr id="24" name="thesis-evidence-stem-1">
            <a:extLst xmlns:a="http://schemas.openxmlformats.org/drawingml/2006/main">
              <a:ext uri="{FF2B5EF4-FFF2-40B4-BE49-F238E27FC236}">
                <a16:creationId xmlns:a16="http://schemas.microsoft.com/office/drawing/2014/main" id="{829A4F88-2245-4208-86CE-5A4020CC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1955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25" name="thesis-evidence-1">
            <a:extLst xmlns:a="http://schemas.openxmlformats.org/drawingml/2006/main">
              <a:ext uri="{FF2B5EF4-FFF2-40B4-BE49-F238E27FC236}">
                <a16:creationId xmlns:a16="http://schemas.microsoft.com/office/drawing/2014/main" id="{503154F9-8256-4D63-BB92-43F66A6B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9718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BE6"/>
            </a:solidFill>
            <a:prstDash val="solid"/>
          </a:ln>
        </p:spPr>
      </p:sp>
      <p:sp>
        <p:nvSpPr>
          <p:cNvPr id="26" name="thesis-evidence-label-1">
            <a:extLst xmlns:a="http://schemas.openxmlformats.org/drawingml/2006/main">
              <a:ext uri="{FF2B5EF4-FFF2-40B4-BE49-F238E27FC236}">
                <a16:creationId xmlns:a16="http://schemas.microsoft.com/office/drawing/2014/main" id="{34D9BD8B-5377-44CE-8837-A2CD4B7A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2552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证据输出</a:t>
            </a:r>
          </a:p>
        </p:txBody>
      </p:sp>
      <p:sp>
        <p:nvSpPr>
          <p:cNvPr id="27" name="thesis-branch-stem-2">
            <a:extLst xmlns:a="http://schemas.openxmlformats.org/drawingml/2006/main">
              <a:ext uri="{FF2B5EF4-FFF2-40B4-BE49-F238E27FC236}">
                <a16:creationId xmlns:a16="http://schemas.microsoft.com/office/drawing/2014/main" id="{6446A8EA-B83F-4DD1-9718-D3BFA13B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8" name="thesis-branch-2">
            <a:extLst xmlns:a="http://schemas.openxmlformats.org/drawingml/2006/main">
              <a:ext uri="{FF2B5EF4-FFF2-40B4-BE49-F238E27FC236}">
                <a16:creationId xmlns:a16="http://schemas.microsoft.com/office/drawing/2014/main" id="{0CEC52D5-2FD8-48A7-9A49-893CCF00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2971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29" name="thesis-branch-label-2">
            <a:extLst xmlns:a="http://schemas.openxmlformats.org/drawingml/2006/main">
              <a:ext uri="{FF2B5EF4-FFF2-40B4-BE49-F238E27FC236}">
                <a16:creationId xmlns:a16="http://schemas.microsoft.com/office/drawing/2014/main" id="{83E8ED9C-5E1B-431E-9DF7-D3631707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194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研究模块二</a:t>
            </a:r>
          </a:p>
        </p:txBody>
      </p:sp>
      <p:sp>
        <p:nvSpPr>
          <p:cNvPr id="30" name="thesis-evidence-stem-2">
            <a:extLst xmlns:a="http://schemas.openxmlformats.org/drawingml/2006/main">
              <a:ext uri="{FF2B5EF4-FFF2-40B4-BE49-F238E27FC236}">
                <a16:creationId xmlns:a16="http://schemas.microsoft.com/office/drawing/2014/main" id="{0FA1C1C6-8DDF-4EE3-90AD-0F161BA1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31" name="thesis-evidence-2">
            <a:extLst xmlns:a="http://schemas.openxmlformats.org/drawingml/2006/main">
              <a:ext uri="{FF2B5EF4-FFF2-40B4-BE49-F238E27FC236}">
                <a16:creationId xmlns:a16="http://schemas.microsoft.com/office/drawing/2014/main" id="{9F1B26D4-7F90-4C74-B3A9-ABB087E1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43400"/>
            <a:ext cx="29718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BE6"/>
            </a:solidFill>
            <a:prstDash val="solid"/>
          </a:ln>
        </p:spPr>
      </p:sp>
      <p:sp>
        <p:nvSpPr>
          <p:cNvPr id="32" name="thesis-evidence-label-2">
            <a:extLst xmlns:a="http://schemas.openxmlformats.org/drawingml/2006/main">
              <a:ext uri="{FF2B5EF4-FFF2-40B4-BE49-F238E27FC236}">
                <a16:creationId xmlns:a16="http://schemas.microsoft.com/office/drawing/2014/main" id="{2B705A1D-CC61-4398-A907-DE434049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2552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结论输出</a:t>
            </a:r>
          </a:p>
        </p:txBody>
      </p:sp>
      <p:sp>
        <p:nvSpPr>
          <p:cNvPr id="33" name="thesis-branch-stem-3">
            <a:extLst xmlns:a="http://schemas.openxmlformats.org/drawingml/2006/main">
              <a:ext uri="{FF2B5EF4-FFF2-40B4-BE49-F238E27FC236}">
                <a16:creationId xmlns:a16="http://schemas.microsoft.com/office/drawing/2014/main" id="{70F8CE08-5844-4462-A5B8-37D95503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0035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34" name="thesis-branch-3">
            <a:extLst xmlns:a="http://schemas.openxmlformats.org/drawingml/2006/main">
              <a:ext uri="{FF2B5EF4-FFF2-40B4-BE49-F238E27FC236}">
                <a16:creationId xmlns:a16="http://schemas.microsoft.com/office/drawing/2014/main" id="{AC4B2A92-9E64-4467-94BF-DCE96D47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971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35" name="thesis-branch-label-3">
            <a:extLst xmlns:a="http://schemas.openxmlformats.org/drawingml/2006/main">
              <a:ext uri="{FF2B5EF4-FFF2-40B4-BE49-F238E27FC236}">
                <a16:creationId xmlns:a16="http://schemas.microsoft.com/office/drawing/2014/main" id="{B2544EAF-7AC7-47FC-B4DF-E422047E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研究模块三</a:t>
            </a:r>
          </a:p>
        </p:txBody>
      </p:sp>
      <p:sp>
        <p:nvSpPr>
          <p:cNvPr id="36" name="thesis-evidence-stem-3">
            <a:extLst xmlns:a="http://schemas.openxmlformats.org/drawingml/2006/main">
              <a:ext uri="{FF2B5EF4-FFF2-40B4-BE49-F238E27FC236}">
                <a16:creationId xmlns:a16="http://schemas.microsoft.com/office/drawing/2014/main" id="{3C664495-55A3-4FEC-B081-B30063E6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1955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37" name="thesis-evidence-3">
            <a:extLst xmlns:a="http://schemas.openxmlformats.org/drawingml/2006/main">
              <a:ext uri="{FF2B5EF4-FFF2-40B4-BE49-F238E27FC236}">
                <a16:creationId xmlns:a16="http://schemas.microsoft.com/office/drawing/2014/main" id="{D9770E2A-CB81-4F12-82B9-9188F9CA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43400"/>
            <a:ext cx="29718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BE6"/>
            </a:solidFill>
            <a:prstDash val="solid"/>
          </a:ln>
        </p:spPr>
      </p:sp>
      <p:sp>
        <p:nvSpPr>
          <p:cNvPr id="38" name="thesis-evidence-label-3">
            <a:extLst xmlns:a="http://schemas.openxmlformats.org/drawingml/2006/main">
              <a:ext uri="{FF2B5EF4-FFF2-40B4-BE49-F238E27FC236}">
                <a16:creationId xmlns:a16="http://schemas.microsoft.com/office/drawing/2014/main" id="{FC1EECE9-E74A-4E0C-878B-8363EFF5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57700"/>
            <a:ext cx="2552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证据输出 3</a:t>
            </a:r>
          </a:p>
          <a:p xmlns:a="http://schemas.openxmlformats.org/drawingml/2006/main">
            <a:pPr algn="ctr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图 / 表 / 式 / 案例</a:t>
            </a:r>
          </a:p>
        </p:txBody>
      </p:sp>
      <p:sp>
        <p:nvSpPr>
          <p:cNvPr id="39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40579C94-D3F3-4F78-93A9-46084D2D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40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67480A44-3F2D-4002-A8C6-3C7B3445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007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框架图必须表达研究关系，而不是复刻目录。</a:t>
            </a:r>
          </a:p>
        </p:txBody>
      </p:sp>
    </p:spTree>
    <p:extLst>
      <p:ext uri="{BB962C8B-B14F-4D97-AF65-F5344CB8AC3E}">
        <p14:creationId xmlns:p14="http://schemas.microsoft.com/office/powerpoint/2010/main" val="9190553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CAA47856-0BB7-46F5-AC35-66326444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D04CFCF9-09DE-4F00-B93B-FFEC9A78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59389C26-AA8E-413D-936C-BCF11578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EC5FAD57-48B7-4BEE-AD20-D46B7AB1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21F6A158-F933-4752-A387-8923FC51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682DE132-A6E2-4AE7-8C80-34DC6984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97BA602F-F7E1-44C5-A184-9EF27755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3B6F2F3A-ABAF-4A1B-9412-D122F1BA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-active">
            <a:extLst xmlns:a="http://schemas.openxmlformats.org/drawingml/2006/main">
              <a:ext uri="{FF2B5EF4-FFF2-40B4-BE49-F238E27FC236}">
                <a16:creationId xmlns:a16="http://schemas.microsoft.com/office/drawing/2014/main" id="{62B9EE59-CCE8-40BC-9F3E-930D14F5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DFA459A8-FE9D-48D1-918E-BFDB47D0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1DFF1D25-0F19-431F-9442-372CB123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9C715749-8DBB-47C3-B76B-C5353122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EE824A6-AC4E-4663-B388-EBB996C6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A7E201-3CFE-4404-8FE4-FC930837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C474EA-39BC-4C09-9C2D-B9298AAB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中心问题与辐射方法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DADDDC6B-7932-4C1C-98AC-0E0FDC8F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radial-vertical-link">
            <a:extLst xmlns:a="http://schemas.openxmlformats.org/drawingml/2006/main">
              <a:ext uri="{FF2B5EF4-FFF2-40B4-BE49-F238E27FC236}">
                <a16:creationId xmlns:a16="http://schemas.microsoft.com/office/drawing/2014/main" id="{E584D56C-1251-4E42-844F-19A0EFFE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95550"/>
            <a:ext cx="285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8" name="radial-horizontal-link">
            <a:extLst xmlns:a="http://schemas.openxmlformats.org/drawingml/2006/main">
              <a:ext uri="{FF2B5EF4-FFF2-40B4-BE49-F238E27FC236}">
                <a16:creationId xmlns:a16="http://schemas.microsoft.com/office/drawing/2014/main" id="{4A11C3AA-A14D-4D20-9764-D4C2C550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00450"/>
            <a:ext cx="434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9" name="radial-center">
            <a:extLst xmlns:a="http://schemas.openxmlformats.org/drawingml/2006/main">
              <a:ext uri="{FF2B5EF4-FFF2-40B4-BE49-F238E27FC236}">
                <a16:creationId xmlns:a16="http://schemas.microsoft.com/office/drawing/2014/main" id="{74967508-42F1-4D7D-AAAD-4BA4741A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2286000" cy="140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20" name="radial-center-label">
            <a:extLst xmlns:a="http://schemas.openxmlformats.org/drawingml/2006/main">
              <a:ext uri="{FF2B5EF4-FFF2-40B4-BE49-F238E27FC236}">
                <a16:creationId xmlns:a16="http://schemas.microsoft.com/office/drawing/2014/main" id="{B9391933-C34C-427D-8D7D-BB87B9B8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190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中心研究问题</a:t>
            </a:r>
          </a:p>
        </p:txBody>
      </p:sp>
      <p:sp>
        <p:nvSpPr>
          <p:cNvPr id="21" name="radial-node-1">
            <a:extLst xmlns:a="http://schemas.openxmlformats.org/drawingml/2006/main">
              <a:ext uri="{FF2B5EF4-FFF2-40B4-BE49-F238E27FC236}">
                <a16:creationId xmlns:a16="http://schemas.microsoft.com/office/drawing/2014/main" id="{4DB56C2C-DC3B-4DEA-882B-FF4E750B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00200"/>
            <a:ext cx="285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2383">
            <a:solidFill>
              <a:srgbClr val="6482B5"/>
            </a:solidFill>
            <a:prstDash val="solid"/>
          </a:ln>
        </p:spPr>
      </p:sp>
      <p:sp>
        <p:nvSpPr>
          <p:cNvPr id="22" name="radial-title-1">
            <a:extLst xmlns:a="http://schemas.openxmlformats.org/drawingml/2006/main">
              <a:ext uri="{FF2B5EF4-FFF2-40B4-BE49-F238E27FC236}">
                <a16:creationId xmlns:a16="http://schemas.microsoft.com/office/drawing/2014/main" id="{8AA27611-5F2D-4588-BB8F-45418CF8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764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方法 A</a:t>
            </a:r>
          </a:p>
        </p:txBody>
      </p:sp>
      <p:sp>
        <p:nvSpPr>
          <p:cNvPr id="23" name="radial-body-1">
            <a:extLst xmlns:a="http://schemas.openxmlformats.org/drawingml/2006/main">
              <a:ext uri="{FF2B5EF4-FFF2-40B4-BE49-F238E27FC236}">
                <a16:creationId xmlns:a16="http://schemas.microsoft.com/office/drawing/2014/main" id="{5A7AA5FE-01AF-4404-AF5D-B6387349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478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材料或数据路径</a:t>
            </a:r>
          </a:p>
        </p:txBody>
      </p:sp>
      <p:sp>
        <p:nvSpPr>
          <p:cNvPr id="24" name="radial-node-2">
            <a:extLst xmlns:a="http://schemas.openxmlformats.org/drawingml/2006/main">
              <a:ext uri="{FF2B5EF4-FFF2-40B4-BE49-F238E27FC236}">
                <a16:creationId xmlns:a16="http://schemas.microsoft.com/office/drawing/2014/main" id="{872A63D8-D258-4CF2-A4F9-B31EC5FF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2383">
            <a:solidFill>
              <a:srgbClr val="6482B5"/>
            </a:solidFill>
            <a:prstDash val="solid"/>
          </a:ln>
        </p:spPr>
      </p:sp>
      <p:sp>
        <p:nvSpPr>
          <p:cNvPr id="25" name="radial-title-2">
            <a:extLst xmlns:a="http://schemas.openxmlformats.org/drawingml/2006/main">
              <a:ext uri="{FF2B5EF4-FFF2-40B4-BE49-F238E27FC236}">
                <a16:creationId xmlns:a16="http://schemas.microsoft.com/office/drawing/2014/main" id="{F9027BDB-616E-4949-950D-923D13C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04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方法 B</a:t>
            </a:r>
          </a:p>
        </p:txBody>
      </p:sp>
      <p:sp>
        <p:nvSpPr>
          <p:cNvPr id="26" name="radial-body-2">
            <a:extLst xmlns:a="http://schemas.openxmlformats.org/drawingml/2006/main">
              <a:ext uri="{FF2B5EF4-FFF2-40B4-BE49-F238E27FC236}">
                <a16:creationId xmlns:a16="http://schemas.microsoft.com/office/drawing/2014/main" id="{7731CBB4-87D2-4BC7-81FD-DFB1F530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分析或实验路径</a:t>
            </a:r>
          </a:p>
        </p:txBody>
      </p:sp>
      <p:sp>
        <p:nvSpPr>
          <p:cNvPr id="27" name="radial-node-3">
            <a:extLst xmlns:a="http://schemas.openxmlformats.org/drawingml/2006/main">
              <a:ext uri="{FF2B5EF4-FFF2-40B4-BE49-F238E27FC236}">
                <a16:creationId xmlns:a16="http://schemas.microsoft.com/office/drawing/2014/main" id="{D363A84D-FB5C-451E-BAD6-ABD4D0BB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2383">
            <a:solidFill>
              <a:srgbClr val="6482B5"/>
            </a:solidFill>
            <a:prstDash val="solid"/>
          </a:ln>
        </p:spPr>
      </p:sp>
      <p:sp>
        <p:nvSpPr>
          <p:cNvPr id="28" name="radial-title-3">
            <a:extLst xmlns:a="http://schemas.openxmlformats.org/drawingml/2006/main">
              <a:ext uri="{FF2B5EF4-FFF2-40B4-BE49-F238E27FC236}">
                <a16:creationId xmlns:a16="http://schemas.microsoft.com/office/drawing/2014/main" id="{B63BFC8E-FBD0-4FD3-95AA-72120AFF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04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方法 C</a:t>
            </a:r>
          </a:p>
        </p:txBody>
      </p:sp>
      <p:sp>
        <p:nvSpPr>
          <p:cNvPr id="29" name="radial-body-3">
            <a:extLst xmlns:a="http://schemas.openxmlformats.org/drawingml/2006/main">
              <a:ext uri="{FF2B5EF4-FFF2-40B4-BE49-F238E27FC236}">
                <a16:creationId xmlns:a16="http://schemas.microsoft.com/office/drawing/2014/main" id="{CD71011C-56CE-4A05-A835-9DC0C722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71875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比较或验证路径</a:t>
            </a:r>
          </a:p>
        </p:txBody>
      </p:sp>
      <p:sp>
        <p:nvSpPr>
          <p:cNvPr id="30" name="radial-node-4">
            <a:extLst xmlns:a="http://schemas.openxmlformats.org/drawingml/2006/main">
              <a:ext uri="{FF2B5EF4-FFF2-40B4-BE49-F238E27FC236}">
                <a16:creationId xmlns:a16="http://schemas.microsoft.com/office/drawing/2014/main" id="{291A46F4-D1D6-42AF-8731-C058478A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62500"/>
            <a:ext cx="285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2383">
            <a:solidFill>
              <a:srgbClr val="6482B5"/>
            </a:solidFill>
            <a:prstDash val="solid"/>
          </a:ln>
        </p:spPr>
      </p:sp>
      <p:sp>
        <p:nvSpPr>
          <p:cNvPr id="31" name="radial-title-4">
            <a:extLst xmlns:a="http://schemas.openxmlformats.org/drawingml/2006/main">
              <a:ext uri="{FF2B5EF4-FFF2-40B4-BE49-F238E27FC236}">
                <a16:creationId xmlns:a16="http://schemas.microsoft.com/office/drawing/2014/main" id="{4B722831-ED47-44D5-A5F1-DC1433A1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387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方法 D</a:t>
            </a:r>
          </a:p>
        </p:txBody>
      </p:sp>
      <p:sp>
        <p:nvSpPr>
          <p:cNvPr id="32" name="radial-body-4">
            <a:extLst xmlns:a="http://schemas.openxmlformats.org/drawingml/2006/main">
              <a:ext uri="{FF2B5EF4-FFF2-40B4-BE49-F238E27FC236}">
                <a16:creationId xmlns:a16="http://schemas.microsoft.com/office/drawing/2014/main" id="{81B23D80-F5C1-4F48-BE6E-EADE0395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101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解释或归纳路径</a:t>
            </a:r>
          </a:p>
        </p:txBody>
      </p:sp>
      <p:sp>
        <p:nvSpPr>
          <p:cNvPr id="33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65ECF315-3802-4939-8439-AEB51BC0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34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EAD1B216-54FC-4B94-8FE4-C24D94DA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外圈方法必须共同作用于一个真实中心，且彼此无先后。</a:t>
            </a:r>
          </a:p>
        </p:txBody>
      </p:sp>
    </p:spTree>
    <p:extLst>
      <p:ext uri="{BB962C8B-B14F-4D97-AF65-F5344CB8AC3E}">
        <p14:creationId xmlns:p14="http://schemas.microsoft.com/office/powerpoint/2010/main" val="13742589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4AEF4081-9A81-49CC-815A-C1ED1E82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8342D4A8-5A3E-4494-AC2D-EAAFBD8C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B49F5DBA-DA1B-41DE-A348-2FD64219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7C2E009F-01B6-4DFD-BA32-60CA5DB3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C1499FA4-2D91-4501-B3A0-08F48015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280631FC-F8ED-44DD-B1D8-D255E31B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44FE80F8-FA1E-4AAA-BAA6-015FF6B6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C0E0A9BB-A80E-4264-A759-E867328C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-active">
            <a:extLst xmlns:a="http://schemas.openxmlformats.org/drawingml/2006/main">
              <a:ext uri="{FF2B5EF4-FFF2-40B4-BE49-F238E27FC236}">
                <a16:creationId xmlns:a16="http://schemas.microsoft.com/office/drawing/2014/main" id="{5E9BB930-5E83-4941-8CEB-D597A322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D41495A6-F631-433E-8ABC-C15E6A68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9C2429ED-892B-49B6-9E20-33FD2310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D6CB15AA-EEB4-480D-856A-2F5C06C2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85DD6A7-F412-457B-8042-D73A8471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F62ED1-C6DA-45FB-801E-F3A68DD6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66EFC0-3658-4A4C-ACFC-E42B5485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四阶段带状流程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B2BD606D-D6BD-4840-8103-A3A90B58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ribbon-link-a-1">
            <a:extLst xmlns:a="http://schemas.openxmlformats.org/drawingml/2006/main">
              <a:ext uri="{FF2B5EF4-FFF2-40B4-BE49-F238E27FC236}">
                <a16:creationId xmlns:a16="http://schemas.microsoft.com/office/drawing/2014/main" id="{07ED145B-F62A-44D0-A6FE-888E9E36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051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18" name="ribbon-link-b-1">
            <a:extLst xmlns:a="http://schemas.openxmlformats.org/drawingml/2006/main">
              <a:ext uri="{FF2B5EF4-FFF2-40B4-BE49-F238E27FC236}">
                <a16:creationId xmlns:a16="http://schemas.microsoft.com/office/drawing/2014/main" id="{E962EF83-ADD9-4993-8B14-90EA9825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24175"/>
            <a:ext cx="38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19" name="ribbon-link-c-1">
            <a:extLst xmlns:a="http://schemas.openxmlformats.org/drawingml/2006/main">
              <a:ext uri="{FF2B5EF4-FFF2-40B4-BE49-F238E27FC236}">
                <a16:creationId xmlns:a16="http://schemas.microsoft.com/office/drawing/2014/main" id="{F282188E-DED0-4056-85D0-8B100713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147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0" name="ribbon-arrow-1">
            <a:extLst xmlns:a="http://schemas.openxmlformats.org/drawingml/2006/main">
              <a:ext uri="{FF2B5EF4-FFF2-40B4-BE49-F238E27FC236}">
                <a16:creationId xmlns:a16="http://schemas.microsoft.com/office/drawing/2014/main" id="{1D960C31-4D90-46F5-A5BE-7DB70A1F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481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1" name="ribbon-link-a-2">
            <a:extLst xmlns:a="http://schemas.openxmlformats.org/drawingml/2006/main">
              <a:ext uri="{FF2B5EF4-FFF2-40B4-BE49-F238E27FC236}">
                <a16:creationId xmlns:a16="http://schemas.microsoft.com/office/drawing/2014/main" id="{1E15F149-7F67-404D-BACC-B0CB1C66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147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2" name="ribbon-link-b-2">
            <a:extLst xmlns:a="http://schemas.openxmlformats.org/drawingml/2006/main">
              <a:ext uri="{FF2B5EF4-FFF2-40B4-BE49-F238E27FC236}">
                <a16:creationId xmlns:a16="http://schemas.microsoft.com/office/drawing/2014/main" id="{F0EF61D1-78C8-4FE7-BC93-9769B32A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24175"/>
            <a:ext cx="38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3" name="ribbon-link-c-2">
            <a:extLst xmlns:a="http://schemas.openxmlformats.org/drawingml/2006/main">
              <a:ext uri="{FF2B5EF4-FFF2-40B4-BE49-F238E27FC236}">
                <a16:creationId xmlns:a16="http://schemas.microsoft.com/office/drawing/2014/main" id="{F4CB1065-D245-45A8-A7C4-FBB9F5C8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4" name="ribbon-arrow-2">
            <a:extLst xmlns:a="http://schemas.openxmlformats.org/drawingml/2006/main">
              <a:ext uri="{FF2B5EF4-FFF2-40B4-BE49-F238E27FC236}">
                <a16:creationId xmlns:a16="http://schemas.microsoft.com/office/drawing/2014/main" id="{F915350D-6049-4ACE-AA72-3B54995F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5" name="ribbon-link-a-3">
            <a:extLst xmlns:a="http://schemas.openxmlformats.org/drawingml/2006/main">
              <a:ext uri="{FF2B5EF4-FFF2-40B4-BE49-F238E27FC236}">
                <a16:creationId xmlns:a16="http://schemas.microsoft.com/office/drawing/2014/main" id="{FCF5B513-7E7B-434C-8602-28E5F4F1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051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6" name="ribbon-link-b-3">
            <a:extLst xmlns:a="http://schemas.openxmlformats.org/drawingml/2006/main">
              <a:ext uri="{FF2B5EF4-FFF2-40B4-BE49-F238E27FC236}">
                <a16:creationId xmlns:a16="http://schemas.microsoft.com/office/drawing/2014/main" id="{B00CC074-D1CD-4E83-9C1E-A5E995B7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24175"/>
            <a:ext cx="38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7" name="ribbon-link-c-3">
            <a:extLst xmlns:a="http://schemas.openxmlformats.org/drawingml/2006/main">
              <a:ext uri="{FF2B5EF4-FFF2-40B4-BE49-F238E27FC236}">
                <a16:creationId xmlns:a16="http://schemas.microsoft.com/office/drawing/2014/main" id="{142790FC-1C89-4FD0-A56D-2B758BD5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147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8" name="ribbon-arrow-3">
            <a:extLst xmlns:a="http://schemas.openxmlformats.org/drawingml/2006/main">
              <a:ext uri="{FF2B5EF4-FFF2-40B4-BE49-F238E27FC236}">
                <a16:creationId xmlns:a16="http://schemas.microsoft.com/office/drawing/2014/main" id="{112E7E51-F479-4946-80E5-AB69F24C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481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9" name="ribbon-step-1">
            <a:extLst xmlns:a="http://schemas.openxmlformats.org/drawingml/2006/main">
              <a:ext uri="{FF2B5EF4-FFF2-40B4-BE49-F238E27FC236}">
                <a16:creationId xmlns:a16="http://schemas.microsoft.com/office/drawing/2014/main" id="{6C22C324-17B7-4E51-BDB3-8C990E77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3431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64A7C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30" name="ribbon-step-number-1">
            <a:extLst xmlns:a="http://schemas.openxmlformats.org/drawingml/2006/main">
              <a:ext uri="{FF2B5EF4-FFF2-40B4-BE49-F238E27FC236}">
                <a16:creationId xmlns:a16="http://schemas.microsoft.com/office/drawing/2014/main" id="{219C69DF-35F8-419D-A5BE-EF5BE819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88A2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88A2C"/>
                </a:solidFill>
                <a:latin typeface="Arial"/>
                <a:ea typeface="Arial"/>
                <a:cs typeface="Arial"/>
              </a:rPr>
              <a:t>STEP 01</a:t>
            </a:r>
          </a:p>
        </p:txBody>
      </p:sp>
      <p:sp>
        <p:nvSpPr>
          <p:cNvPr id="31" name="ribbon-step-title-1">
            <a:extLst xmlns:a="http://schemas.openxmlformats.org/drawingml/2006/main">
              <a:ext uri="{FF2B5EF4-FFF2-40B4-BE49-F238E27FC236}">
                <a16:creationId xmlns:a16="http://schemas.microsoft.com/office/drawing/2014/main" id="{755B0BAE-2763-4C67-9655-0325F7A1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阶段一</a:t>
            </a:r>
          </a:p>
        </p:txBody>
      </p:sp>
      <p:sp>
        <p:nvSpPr>
          <p:cNvPr id="32" name="ribbon-step-body-1">
            <a:extLst xmlns:a="http://schemas.openxmlformats.org/drawingml/2006/main">
              <a:ext uri="{FF2B5EF4-FFF2-40B4-BE49-F238E27FC236}">
                <a16:creationId xmlns:a16="http://schemas.microsoft.com/office/drawing/2014/main" id="{9BE53F53-C27D-40CA-B3C4-2CA3F392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ED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EDF1F8"/>
                </a:solidFill>
                <a:latin typeface="Microsoft YaHei"/>
                <a:ea typeface="Microsoft YaHei"/>
                <a:cs typeface="Microsoft YaHei"/>
              </a:rPr>
              <a:t>输入与问题界定</a:t>
            </a:r>
          </a:p>
        </p:txBody>
      </p:sp>
      <p:sp>
        <p:nvSpPr>
          <p:cNvPr id="33" name="ribbon-step-2">
            <a:extLst xmlns:a="http://schemas.openxmlformats.org/drawingml/2006/main">
              <a:ext uri="{FF2B5EF4-FFF2-40B4-BE49-F238E27FC236}">
                <a16:creationId xmlns:a16="http://schemas.microsoft.com/office/drawing/2014/main" id="{73AFBDCB-3D38-4061-895A-02D396E6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05150"/>
            <a:ext cx="23431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34" name="ribbon-step-number-2">
            <a:extLst xmlns:a="http://schemas.openxmlformats.org/drawingml/2006/main">
              <a:ext uri="{FF2B5EF4-FFF2-40B4-BE49-F238E27FC236}">
                <a16:creationId xmlns:a16="http://schemas.microsoft.com/office/drawing/2014/main" id="{402E3F2D-728C-4E30-AB39-8DD4CBF5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766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STEP 02</a:t>
            </a:r>
          </a:p>
        </p:txBody>
      </p:sp>
      <p:sp>
        <p:nvSpPr>
          <p:cNvPr id="35" name="ribbon-step-title-2">
            <a:extLst xmlns:a="http://schemas.openxmlformats.org/drawingml/2006/main">
              <a:ext uri="{FF2B5EF4-FFF2-40B4-BE49-F238E27FC236}">
                <a16:creationId xmlns:a16="http://schemas.microsoft.com/office/drawing/2014/main" id="{3414A3BF-9758-40BF-85BC-A1024BB9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阶段二</a:t>
            </a:r>
          </a:p>
        </p:txBody>
      </p:sp>
      <p:sp>
        <p:nvSpPr>
          <p:cNvPr id="36" name="ribbon-step-body-2">
            <a:extLst xmlns:a="http://schemas.openxmlformats.org/drawingml/2006/main">
              <a:ext uri="{FF2B5EF4-FFF2-40B4-BE49-F238E27FC236}">
                <a16:creationId xmlns:a16="http://schemas.microsoft.com/office/drawing/2014/main" id="{999F5479-679A-4FCA-9F1C-97E0281E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方法与方案形成</a:t>
            </a:r>
          </a:p>
        </p:txBody>
      </p:sp>
      <p:sp>
        <p:nvSpPr>
          <p:cNvPr id="37" name="ribbon-step-3">
            <a:extLst xmlns:a="http://schemas.openxmlformats.org/drawingml/2006/main">
              <a:ext uri="{FF2B5EF4-FFF2-40B4-BE49-F238E27FC236}">
                <a16:creationId xmlns:a16="http://schemas.microsoft.com/office/drawing/2014/main" id="{964100F1-BD44-4D24-ACF8-96E9898F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3431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38" name="ribbon-step-number-3">
            <a:extLst xmlns:a="http://schemas.openxmlformats.org/drawingml/2006/main">
              <a:ext uri="{FF2B5EF4-FFF2-40B4-BE49-F238E27FC236}">
                <a16:creationId xmlns:a16="http://schemas.microsoft.com/office/drawing/2014/main" id="{329D2417-6637-4D01-B4F3-F617E526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STEP 03</a:t>
            </a:r>
          </a:p>
        </p:txBody>
      </p:sp>
      <p:sp>
        <p:nvSpPr>
          <p:cNvPr id="39" name="ribbon-step-title-3">
            <a:extLst xmlns:a="http://schemas.openxmlformats.org/drawingml/2006/main">
              <a:ext uri="{FF2B5EF4-FFF2-40B4-BE49-F238E27FC236}">
                <a16:creationId xmlns:a16="http://schemas.microsoft.com/office/drawing/2014/main" id="{ACAECDC2-A694-492D-8938-A4C032F3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289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阶段三</a:t>
            </a:r>
          </a:p>
        </p:txBody>
      </p:sp>
      <p:sp>
        <p:nvSpPr>
          <p:cNvPr id="40" name="ribbon-step-body-3">
            <a:extLst xmlns:a="http://schemas.openxmlformats.org/drawingml/2006/main">
              <a:ext uri="{FF2B5EF4-FFF2-40B4-BE49-F238E27FC236}">
                <a16:creationId xmlns:a16="http://schemas.microsoft.com/office/drawing/2014/main" id="{BC05FDE9-D92F-4683-8A75-E06A3F53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6230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分析与验证</a:t>
            </a:r>
          </a:p>
        </p:txBody>
      </p:sp>
      <p:sp>
        <p:nvSpPr>
          <p:cNvPr id="41" name="ribbon-step-4">
            <a:extLst xmlns:a="http://schemas.openxmlformats.org/drawingml/2006/main">
              <a:ext uri="{FF2B5EF4-FFF2-40B4-BE49-F238E27FC236}">
                <a16:creationId xmlns:a16="http://schemas.microsoft.com/office/drawing/2014/main" id="{03B3A09D-4850-452E-ACA7-18DDE3F4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23431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42" name="ribbon-step-number-4">
            <a:extLst xmlns:a="http://schemas.openxmlformats.org/drawingml/2006/main">
              <a:ext uri="{FF2B5EF4-FFF2-40B4-BE49-F238E27FC236}">
                <a16:creationId xmlns:a16="http://schemas.microsoft.com/office/drawing/2014/main" id="{4C88A22B-87F8-469B-9838-1F46EB7A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766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STEP 04</a:t>
            </a:r>
          </a:p>
        </p:txBody>
      </p:sp>
      <p:sp>
        <p:nvSpPr>
          <p:cNvPr id="43" name="ribbon-step-title-4">
            <a:extLst xmlns:a="http://schemas.openxmlformats.org/drawingml/2006/main">
              <a:ext uri="{FF2B5EF4-FFF2-40B4-BE49-F238E27FC236}">
                <a16:creationId xmlns:a16="http://schemas.microsoft.com/office/drawing/2014/main" id="{D563FFC4-B641-421B-BE8E-11B7D9C9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385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阶段四</a:t>
            </a:r>
          </a:p>
        </p:txBody>
      </p:sp>
      <p:sp>
        <p:nvSpPr>
          <p:cNvPr id="44" name="ribbon-step-body-4">
            <a:extLst xmlns:a="http://schemas.openxmlformats.org/drawingml/2006/main">
              <a:ext uri="{FF2B5EF4-FFF2-40B4-BE49-F238E27FC236}">
                <a16:creationId xmlns:a16="http://schemas.microsoft.com/office/drawing/2014/main" id="{9EE05F42-90F4-4B47-A545-2231F872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719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输出与结论</a:t>
            </a:r>
          </a:p>
        </p:txBody>
      </p:sp>
      <p:sp>
        <p:nvSpPr>
          <p:cNvPr id="45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C98BE547-4FB1-4986-AA64-9CA3CF14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46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E9AB4ED4-B1A5-41F0-A8A7-935B1F76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86425"/>
            <a:ext cx="1051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箭头和带状连接只在真实顺序存在时出现。</a:t>
            </a:r>
          </a:p>
        </p:txBody>
      </p:sp>
    </p:spTree>
    <p:extLst>
      <p:ext uri="{BB962C8B-B14F-4D97-AF65-F5344CB8AC3E}">
        <p14:creationId xmlns:p14="http://schemas.microsoft.com/office/powerpoint/2010/main" val="290001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F3579BD9-C2D6-4EB3-AED0-5A191A53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A2C17574-1758-4187-B9AF-3241D75A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E6D60DE2-2974-4164-870B-8206275C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DEB0B668-6FC4-48D8-A168-18F75F88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74FB9CDE-1E4B-4FF3-8AB0-CCD62F92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BD1F0F26-4FE1-4157-B9AD-A6C818B5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DEFAB307-CBBA-49A4-B2C1-1AFE8AE1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E74D0785-5054-493E-AB8A-CECC3F66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-active">
            <a:extLst xmlns:a="http://schemas.openxmlformats.org/drawingml/2006/main">
              <a:ext uri="{FF2B5EF4-FFF2-40B4-BE49-F238E27FC236}">
                <a16:creationId xmlns:a16="http://schemas.microsoft.com/office/drawing/2014/main" id="{51F4B3FA-5541-403E-8445-87008A63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E211FB0D-8BA7-4D79-82D5-BE6B7E0D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37630331-CE2A-427C-98DF-B22984DD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6CC2CD02-1D1D-4431-BFD3-61ED0884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260608C-9537-42DE-AC50-05D8827F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79EF9BE-EC15-4C28-B473-5A0C8EBB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E0B73F-EFC2-45D2-B0EB-46D73D0E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三项创新与证据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6F97C6-3EED-4796-96A6-32AFDE85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innovation-disc">
            <a:extLst xmlns:a="http://schemas.openxmlformats.org/drawingml/2006/main">
              <a:ext uri="{FF2B5EF4-FFF2-40B4-BE49-F238E27FC236}">
                <a16:creationId xmlns:a16="http://schemas.microsoft.com/office/drawing/2014/main" id="{E9069A62-25B1-4C5B-B694-F33D5854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18" name="innovation-disc-label">
            <a:extLst xmlns:a="http://schemas.openxmlformats.org/drawingml/2006/main">
              <a:ext uri="{FF2B5EF4-FFF2-40B4-BE49-F238E27FC236}">
                <a16:creationId xmlns:a16="http://schemas.microsoft.com/office/drawing/2014/main" id="{FB4B30A8-DEC6-4DD9-AB84-A5C598AE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1771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创新与贡献</a:t>
            </a:r>
          </a:p>
        </p:txBody>
      </p:sp>
      <p:sp>
        <p:nvSpPr>
          <p:cNvPr id="19" name="innovation-link-1">
            <a:extLst xmlns:a="http://schemas.openxmlformats.org/drawingml/2006/main">
              <a:ext uri="{FF2B5EF4-FFF2-40B4-BE49-F238E27FC236}">
                <a16:creationId xmlns:a16="http://schemas.microsoft.com/office/drawing/2014/main" id="{E90A05BF-451A-4935-89A1-64156834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193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0" name="innovation-row-1">
            <a:extLst xmlns:a="http://schemas.openxmlformats.org/drawingml/2006/main">
              <a:ext uri="{FF2B5EF4-FFF2-40B4-BE49-F238E27FC236}">
                <a16:creationId xmlns:a16="http://schemas.microsoft.com/office/drawing/2014/main" id="{BF05B779-6246-4951-85DE-0D1A03C5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695450"/>
            <a:ext cx="7581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6482B5"/>
            </a:solidFill>
            <a:prstDash val="solid"/>
          </a:ln>
        </p:spPr>
      </p:sp>
      <p:sp>
        <p:nvSpPr>
          <p:cNvPr id="21" name="innovation-number-1">
            <a:extLst xmlns:a="http://schemas.openxmlformats.org/drawingml/2006/main">
              <a:ext uri="{FF2B5EF4-FFF2-40B4-BE49-F238E27FC236}">
                <a16:creationId xmlns:a16="http://schemas.microsoft.com/office/drawing/2014/main" id="{4B3D12DC-1DEA-4365-9A71-BBEED9CA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647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innovation-title-1">
            <a:extLst xmlns:a="http://schemas.openxmlformats.org/drawingml/2006/main">
              <a:ext uri="{FF2B5EF4-FFF2-40B4-BE49-F238E27FC236}">
                <a16:creationId xmlns:a16="http://schemas.microsoft.com/office/drawing/2014/main" id="{B5C79382-B2DE-4B50-B53D-2936F649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创新一｜对象或问题</a:t>
            </a:r>
          </a:p>
        </p:txBody>
      </p:sp>
      <p:sp>
        <p:nvSpPr>
          <p:cNvPr id="23" name="innovation-body-1">
            <a:extLst xmlns:a="http://schemas.openxmlformats.org/drawingml/2006/main">
              <a:ext uri="{FF2B5EF4-FFF2-40B4-BE49-F238E27FC236}">
                <a16:creationId xmlns:a16="http://schemas.microsoft.com/office/drawing/2014/main" id="{3FD29911-DB2E-4953-BF13-787C28AD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90750"/>
            <a:ext cx="621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基线 → 完成工作 → 证据页</a:t>
            </a:r>
          </a:p>
        </p:txBody>
      </p:sp>
      <p:sp>
        <p:nvSpPr>
          <p:cNvPr id="24" name="innovation-link-2">
            <a:extLst xmlns:a="http://schemas.openxmlformats.org/drawingml/2006/main">
              <a:ext uri="{FF2B5EF4-FFF2-40B4-BE49-F238E27FC236}">
                <a16:creationId xmlns:a16="http://schemas.microsoft.com/office/drawing/2014/main" id="{797D4E71-E25D-44FC-9E88-A57B958D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528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5" name="innovation-row-2">
            <a:extLst xmlns:a="http://schemas.openxmlformats.org/drawingml/2006/main">
              <a:ext uri="{FF2B5EF4-FFF2-40B4-BE49-F238E27FC236}">
                <a16:creationId xmlns:a16="http://schemas.microsoft.com/office/drawing/2014/main" id="{558BADAD-6C1A-4A81-B99C-165D47C5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28950"/>
            <a:ext cx="7581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11430">
            <a:solidFill>
              <a:srgbClr val="6482B5"/>
            </a:solidFill>
            <a:prstDash val="solid"/>
          </a:ln>
        </p:spPr>
      </p:sp>
      <p:sp>
        <p:nvSpPr>
          <p:cNvPr id="26" name="innovation-number-2">
            <a:extLst xmlns:a="http://schemas.openxmlformats.org/drawingml/2006/main">
              <a:ext uri="{FF2B5EF4-FFF2-40B4-BE49-F238E27FC236}">
                <a16:creationId xmlns:a16="http://schemas.microsoft.com/office/drawing/2014/main" id="{5C2F999E-5ECB-4EDD-951B-56DDFB70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19450"/>
            <a:ext cx="647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7" name="innovation-title-2">
            <a:extLst xmlns:a="http://schemas.openxmlformats.org/drawingml/2006/main">
              <a:ext uri="{FF2B5EF4-FFF2-40B4-BE49-F238E27FC236}">
                <a16:creationId xmlns:a16="http://schemas.microsoft.com/office/drawing/2014/main" id="{1A7A81E7-592B-4912-B25F-E093BC5F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43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创新二｜方法或机制</a:t>
            </a:r>
          </a:p>
        </p:txBody>
      </p:sp>
      <p:sp>
        <p:nvSpPr>
          <p:cNvPr id="28" name="innovation-body-2">
            <a:extLst xmlns:a="http://schemas.openxmlformats.org/drawingml/2006/main">
              <a:ext uri="{FF2B5EF4-FFF2-40B4-BE49-F238E27FC236}">
                <a16:creationId xmlns:a16="http://schemas.microsoft.com/office/drawing/2014/main" id="{F74EE6CD-A795-46F0-9AC8-62305F78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24250"/>
            <a:ext cx="621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基线 → 完成工作 → 证据页</a:t>
            </a:r>
          </a:p>
        </p:txBody>
      </p:sp>
      <p:sp>
        <p:nvSpPr>
          <p:cNvPr id="29" name="innovation-link-3">
            <a:extLst xmlns:a="http://schemas.openxmlformats.org/drawingml/2006/main">
              <a:ext uri="{FF2B5EF4-FFF2-40B4-BE49-F238E27FC236}">
                <a16:creationId xmlns:a16="http://schemas.microsoft.com/office/drawing/2014/main" id="{E22ECD3A-9A8F-4936-8C2F-0EE71B44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863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30" name="innovation-row-3">
            <a:extLst xmlns:a="http://schemas.openxmlformats.org/drawingml/2006/main">
              <a:ext uri="{FF2B5EF4-FFF2-40B4-BE49-F238E27FC236}">
                <a16:creationId xmlns:a16="http://schemas.microsoft.com/office/drawing/2014/main" id="{25E26492-E239-4569-9F07-076454CD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62450"/>
            <a:ext cx="7581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6482B5"/>
            </a:solidFill>
            <a:prstDash val="solid"/>
          </a:ln>
        </p:spPr>
      </p:sp>
      <p:sp>
        <p:nvSpPr>
          <p:cNvPr id="31" name="innovation-number-3">
            <a:extLst xmlns:a="http://schemas.openxmlformats.org/drawingml/2006/main">
              <a:ext uri="{FF2B5EF4-FFF2-40B4-BE49-F238E27FC236}">
                <a16:creationId xmlns:a16="http://schemas.microsoft.com/office/drawing/2014/main" id="{CD8E1714-4262-46C2-AE42-160660F3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52950"/>
            <a:ext cx="647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innovation-title-3">
            <a:extLst xmlns:a="http://schemas.openxmlformats.org/drawingml/2006/main">
              <a:ext uri="{FF2B5EF4-FFF2-40B4-BE49-F238E27FC236}">
                <a16:creationId xmlns:a16="http://schemas.microsoft.com/office/drawing/2014/main" id="{05A8B3F2-1B7C-4ABB-A45D-00E6420F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76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创新三｜验证或应用</a:t>
            </a:r>
          </a:p>
        </p:txBody>
      </p:sp>
      <p:sp>
        <p:nvSpPr>
          <p:cNvPr id="33" name="innovation-body-3">
            <a:extLst xmlns:a="http://schemas.openxmlformats.org/drawingml/2006/main">
              <a:ext uri="{FF2B5EF4-FFF2-40B4-BE49-F238E27FC236}">
                <a16:creationId xmlns:a16="http://schemas.microsoft.com/office/drawing/2014/main" id="{DBE123A7-C5D3-4D30-BC57-EF822EAC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0"/>
            <a:ext cx="621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基线 → 完成工作 → 证据页</a:t>
            </a:r>
          </a:p>
        </p:txBody>
      </p:sp>
      <p:sp>
        <p:nvSpPr>
          <p:cNvPr id="34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7D1CCA6D-736D-4EF5-B741-11D093AB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35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ACA1FDB1-0997-4017-A77F-E6BDCD7B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每项创新都要回答“相对什么、做了什么、凭什么”。</a:t>
            </a:r>
          </a:p>
        </p:txBody>
      </p:sp>
    </p:spTree>
    <p:extLst>
      <p:ext uri="{BB962C8B-B14F-4D97-AF65-F5344CB8AC3E}">
        <p14:creationId xmlns:p14="http://schemas.microsoft.com/office/powerpoint/2010/main" val="10000286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7917B344-4FBB-41BD-8291-2A7CEAFC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528CB35C-582D-43A9-A60C-D52F670C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391098BF-FB61-4441-8AD9-6E8EE180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AD2A8C56-C58C-4912-BCE8-5D768EE8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5F239709-B638-4CF8-98CE-39BC6B56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1D3D63D2-D662-4BCD-AD03-49876CF6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867E1D4D-0582-43F3-BE15-0F33A8E1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FBE5ED71-CD9E-4119-8158-384F4166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-active">
            <a:extLst xmlns:a="http://schemas.openxmlformats.org/drawingml/2006/main">
              <a:ext uri="{FF2B5EF4-FFF2-40B4-BE49-F238E27FC236}">
                <a16:creationId xmlns:a16="http://schemas.microsoft.com/office/drawing/2014/main" id="{44FE532C-C0B2-4305-A162-22B77C34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195351AE-0E70-4923-A4AC-8EC1C945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6B558408-D129-4C94-AB50-D6CACBCD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A7784020-83E2-4CAE-94F1-194AF413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67FA279-2E86-4D12-A2DA-80CE8643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512AA74-9D22-48F0-8909-4AAC6C61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4B7E7A-4BFF-4961-9464-0EC8B69E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四项结果闭环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C00D1E14-EE49-4352-AEF4-2F57144C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results-cycle-vertical">
            <a:extLst xmlns:a="http://schemas.openxmlformats.org/drawingml/2006/main">
              <a:ext uri="{FF2B5EF4-FFF2-40B4-BE49-F238E27FC236}">
                <a16:creationId xmlns:a16="http://schemas.microsoft.com/office/drawing/2014/main" id="{05F6EB29-25A4-40CE-9ADF-C638C643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285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8" name="results-cycle-horizontal">
            <a:extLst xmlns:a="http://schemas.openxmlformats.org/drawingml/2006/main">
              <a:ext uri="{FF2B5EF4-FFF2-40B4-BE49-F238E27FC236}">
                <a16:creationId xmlns:a16="http://schemas.microsoft.com/office/drawing/2014/main" id="{BA185D56-3E10-4175-BDB9-BCB68F48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57600"/>
            <a:ext cx="415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9" name="results-cycle-1-2-top">
            <a:extLst xmlns:a="http://schemas.openxmlformats.org/drawingml/2006/main">
              <a:ext uri="{FF2B5EF4-FFF2-40B4-BE49-F238E27FC236}">
                <a16:creationId xmlns:a16="http://schemas.microsoft.com/office/drawing/2014/main" id="{478B17D0-CBF8-42FC-9DF5-A966F2CC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38350"/>
            <a:ext cx="2085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0" name="results-cycle-1-2-side">
            <a:extLst xmlns:a="http://schemas.openxmlformats.org/drawingml/2006/main">
              <a:ext uri="{FF2B5EF4-FFF2-40B4-BE49-F238E27FC236}">
                <a16:creationId xmlns:a16="http://schemas.microsoft.com/office/drawing/2014/main" id="{44A9DCFE-441F-4A8C-921B-CC6AA1B5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038350"/>
            <a:ext cx="285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1" name="results-cycle-arrow-1-2">
            <a:extLst xmlns:a="http://schemas.openxmlformats.org/drawingml/2006/main">
              <a:ext uri="{FF2B5EF4-FFF2-40B4-BE49-F238E27FC236}">
                <a16:creationId xmlns:a16="http://schemas.microsoft.com/office/drawing/2014/main" id="{D0A2FC7A-4586-4985-99AD-F5B86131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52750"/>
            <a:ext cx="19050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2" name="results-cycle-2-3-side">
            <a:extLst xmlns:a="http://schemas.openxmlformats.org/drawingml/2006/main">
              <a:ext uri="{FF2B5EF4-FFF2-40B4-BE49-F238E27FC236}">
                <a16:creationId xmlns:a16="http://schemas.microsoft.com/office/drawing/2014/main" id="{596FF3E7-5BF2-4C30-A575-9C22E5EC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210050"/>
            <a:ext cx="285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3" name="results-cycle-2-3-bottom">
            <a:extLst xmlns:a="http://schemas.openxmlformats.org/drawingml/2006/main">
              <a:ext uri="{FF2B5EF4-FFF2-40B4-BE49-F238E27FC236}">
                <a16:creationId xmlns:a16="http://schemas.microsoft.com/office/drawing/2014/main" id="{CDDC3053-7911-47BB-8F79-75743595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57800"/>
            <a:ext cx="2085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4" name="results-cycle-arrow-2-3">
            <a:extLst xmlns:a="http://schemas.openxmlformats.org/drawingml/2006/main">
              <a:ext uri="{FF2B5EF4-FFF2-40B4-BE49-F238E27FC236}">
                <a16:creationId xmlns:a16="http://schemas.microsoft.com/office/drawing/2014/main" id="{3EEFD296-0CC4-455E-B4E6-297E9AF9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72075"/>
            <a:ext cx="2095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5" name="results-cycle-3-4-bottom">
            <a:extLst xmlns:a="http://schemas.openxmlformats.org/drawingml/2006/main">
              <a:ext uri="{FF2B5EF4-FFF2-40B4-BE49-F238E27FC236}">
                <a16:creationId xmlns:a16="http://schemas.microsoft.com/office/drawing/2014/main" id="{3E7B7863-61AF-4E7D-A3F6-7580AAF0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257800"/>
            <a:ext cx="2085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6" name="results-cycle-3-4-side">
            <a:extLst xmlns:a="http://schemas.openxmlformats.org/drawingml/2006/main">
              <a:ext uri="{FF2B5EF4-FFF2-40B4-BE49-F238E27FC236}">
                <a16:creationId xmlns:a16="http://schemas.microsoft.com/office/drawing/2014/main" id="{4E4AD28A-52FE-4CC6-A24C-A8F50D06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210050"/>
            <a:ext cx="285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7" name="results-cycle-arrow-3-4">
            <a:extLst xmlns:a="http://schemas.openxmlformats.org/drawingml/2006/main">
              <a:ext uri="{FF2B5EF4-FFF2-40B4-BE49-F238E27FC236}">
                <a16:creationId xmlns:a16="http://schemas.microsoft.com/office/drawing/2014/main" id="{1ECD4AB5-1EB5-4DEA-B65B-AFE79DB3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95750"/>
            <a:ext cx="190500" cy="2095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8" name="results-cycle-4-1-side">
            <a:extLst xmlns:a="http://schemas.openxmlformats.org/drawingml/2006/main">
              <a:ext uri="{FF2B5EF4-FFF2-40B4-BE49-F238E27FC236}">
                <a16:creationId xmlns:a16="http://schemas.microsoft.com/office/drawing/2014/main" id="{04E6D325-06E5-49F7-A158-954493D1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038350"/>
            <a:ext cx="285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9" name="results-cycle-4-1-top">
            <a:extLst xmlns:a="http://schemas.openxmlformats.org/drawingml/2006/main">
              <a:ext uri="{FF2B5EF4-FFF2-40B4-BE49-F238E27FC236}">
                <a16:creationId xmlns:a16="http://schemas.microsoft.com/office/drawing/2014/main" id="{95129F08-3E2C-400B-B96B-D74E2E4B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038350"/>
            <a:ext cx="2085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30" name="results-cycle-arrow-4-1">
            <a:extLst xmlns:a="http://schemas.openxmlformats.org/drawingml/2006/main">
              <a:ext uri="{FF2B5EF4-FFF2-40B4-BE49-F238E27FC236}">
                <a16:creationId xmlns:a16="http://schemas.microsoft.com/office/drawing/2014/main" id="{7DF6D7C2-550C-4C46-B2F9-100507B3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31" name="results-cycle-direction">
            <a:extLst xmlns:a="http://schemas.openxmlformats.org/drawingml/2006/main">
              <a:ext uri="{FF2B5EF4-FFF2-40B4-BE49-F238E27FC236}">
                <a16:creationId xmlns:a16="http://schemas.microsoft.com/office/drawing/2014/main" id="{3871817C-1A6B-43BF-B1B1-6F52EF6B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8846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6482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6482B5"/>
                </a:solidFill>
                <a:latin typeface="Microsoft YaHei"/>
                <a:ea typeface="Microsoft YaHei"/>
                <a:cs typeface="Microsoft YaHei"/>
              </a:rPr>
              <a:t>闭环方向：1 → 2 → 3 → 4 → 1</a:t>
            </a:r>
          </a:p>
        </p:txBody>
      </p:sp>
      <p:sp>
        <p:nvSpPr>
          <p:cNvPr id="32" name="results-cycle-center">
            <a:extLst xmlns:a="http://schemas.openxmlformats.org/drawingml/2006/main">
              <a:ext uri="{FF2B5EF4-FFF2-40B4-BE49-F238E27FC236}">
                <a16:creationId xmlns:a16="http://schemas.microsoft.com/office/drawing/2014/main" id="{3D5086F7-967F-4A44-B61F-B2CF92CC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905000" cy="1600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33" name="results-cycle-center-label">
            <a:extLst xmlns:a="http://schemas.openxmlformats.org/drawingml/2006/main">
              <a:ext uri="{FF2B5EF4-FFF2-40B4-BE49-F238E27FC236}">
                <a16:creationId xmlns:a16="http://schemas.microsoft.com/office/drawing/2014/main" id="{73026F6E-D861-4DB6-BEBF-A8FB9071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共同目标</a:t>
            </a:r>
          </a:p>
        </p:txBody>
      </p:sp>
      <p:sp>
        <p:nvSpPr>
          <p:cNvPr id="34" name="result-node-1">
            <a:extLst xmlns:a="http://schemas.openxmlformats.org/drawingml/2006/main">
              <a:ext uri="{FF2B5EF4-FFF2-40B4-BE49-F238E27FC236}">
                <a16:creationId xmlns:a16="http://schemas.microsoft.com/office/drawing/2014/main" id="{8E797027-F220-4A32-AFE1-F29B512C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81150"/>
            <a:ext cx="33147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6482B5"/>
            </a:solidFill>
            <a:prstDash val="solid"/>
          </a:ln>
        </p:spPr>
      </p:sp>
      <p:sp>
        <p:nvSpPr>
          <p:cNvPr id="35" name="result-title-1">
            <a:extLst xmlns:a="http://schemas.openxmlformats.org/drawingml/2006/main">
              <a:ext uri="{FF2B5EF4-FFF2-40B4-BE49-F238E27FC236}">
                <a16:creationId xmlns:a16="http://schemas.microsoft.com/office/drawing/2014/main" id="{A02C4B5D-97B4-458B-8A5E-89DB612A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573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结果一</a:t>
            </a:r>
          </a:p>
        </p:txBody>
      </p:sp>
      <p:sp>
        <p:nvSpPr>
          <p:cNvPr id="36" name="result-body-1">
            <a:extLst xmlns:a="http://schemas.openxmlformats.org/drawingml/2006/main">
              <a:ext uri="{FF2B5EF4-FFF2-40B4-BE49-F238E27FC236}">
                <a16:creationId xmlns:a16="http://schemas.microsoft.com/office/drawing/2014/main" id="{29690112-B5C8-4B76-8543-3F27D52C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提供输入或约束</a:t>
            </a:r>
          </a:p>
        </p:txBody>
      </p:sp>
      <p:sp>
        <p:nvSpPr>
          <p:cNvPr id="37" name="result-node-2">
            <a:extLst xmlns:a="http://schemas.openxmlformats.org/drawingml/2006/main">
              <a:ext uri="{FF2B5EF4-FFF2-40B4-BE49-F238E27FC236}">
                <a16:creationId xmlns:a16="http://schemas.microsoft.com/office/drawing/2014/main" id="{49451FC7-9D57-435C-A571-B3B046DE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6482B5"/>
            </a:solidFill>
            <a:prstDash val="solid"/>
          </a:ln>
        </p:spPr>
      </p:sp>
      <p:sp>
        <p:nvSpPr>
          <p:cNvPr id="38" name="result-title-2">
            <a:extLst xmlns:a="http://schemas.openxmlformats.org/drawingml/2006/main">
              <a:ext uri="{FF2B5EF4-FFF2-40B4-BE49-F238E27FC236}">
                <a16:creationId xmlns:a16="http://schemas.microsoft.com/office/drawing/2014/main" id="{E6172485-658C-4391-B7CE-74C0C978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194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结果二</a:t>
            </a:r>
          </a:p>
        </p:txBody>
      </p:sp>
      <p:sp>
        <p:nvSpPr>
          <p:cNvPr id="39" name="result-body-2">
            <a:extLst xmlns:a="http://schemas.openxmlformats.org/drawingml/2006/main">
              <a:ext uri="{FF2B5EF4-FFF2-40B4-BE49-F238E27FC236}">
                <a16:creationId xmlns:a16="http://schemas.microsoft.com/office/drawing/2014/main" id="{36CB446D-4A01-4EBC-8368-D8E6A5E0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990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形成分析或方案</a:t>
            </a:r>
          </a:p>
        </p:txBody>
      </p:sp>
      <p:sp>
        <p:nvSpPr>
          <p:cNvPr id="40" name="result-node-3">
            <a:extLst xmlns:a="http://schemas.openxmlformats.org/drawingml/2006/main">
              <a:ext uri="{FF2B5EF4-FFF2-40B4-BE49-F238E27FC236}">
                <a16:creationId xmlns:a16="http://schemas.microsoft.com/office/drawing/2014/main" id="{492191F2-098C-4F17-BBDB-D0808DC6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00600"/>
            <a:ext cx="33147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6482B5"/>
            </a:solidFill>
            <a:prstDash val="solid"/>
          </a:ln>
        </p:spPr>
      </p:sp>
      <p:sp>
        <p:nvSpPr>
          <p:cNvPr id="41" name="result-title-3">
            <a:extLst xmlns:a="http://schemas.openxmlformats.org/drawingml/2006/main">
              <a:ext uri="{FF2B5EF4-FFF2-40B4-BE49-F238E27FC236}">
                <a16:creationId xmlns:a16="http://schemas.microsoft.com/office/drawing/2014/main" id="{6E4708B5-2233-4117-A5D4-41B2F9ED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768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结果三</a:t>
            </a:r>
          </a:p>
        </p:txBody>
      </p:sp>
      <p:sp>
        <p:nvSpPr>
          <p:cNvPr id="42" name="result-body-3">
            <a:extLst xmlns:a="http://schemas.openxmlformats.org/drawingml/2006/main">
              <a:ext uri="{FF2B5EF4-FFF2-40B4-BE49-F238E27FC236}">
                <a16:creationId xmlns:a16="http://schemas.microsoft.com/office/drawing/2014/main" id="{3B16D283-9413-4893-B5D1-33C3E928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578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完成验证或比较</a:t>
            </a:r>
          </a:p>
        </p:txBody>
      </p:sp>
      <p:sp>
        <p:nvSpPr>
          <p:cNvPr id="43" name="result-node-4">
            <a:extLst xmlns:a="http://schemas.openxmlformats.org/drawingml/2006/main">
              <a:ext uri="{FF2B5EF4-FFF2-40B4-BE49-F238E27FC236}">
                <a16:creationId xmlns:a16="http://schemas.microsoft.com/office/drawing/2014/main" id="{0F21F297-2815-4FE2-B6AB-B43F1013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6482B5"/>
            </a:solidFill>
            <a:prstDash val="solid"/>
          </a:ln>
        </p:spPr>
      </p:sp>
      <p:sp>
        <p:nvSpPr>
          <p:cNvPr id="44" name="result-title-4">
            <a:extLst xmlns:a="http://schemas.openxmlformats.org/drawingml/2006/main">
              <a:ext uri="{FF2B5EF4-FFF2-40B4-BE49-F238E27FC236}">
                <a16:creationId xmlns:a16="http://schemas.microsoft.com/office/drawing/2014/main" id="{BCF4209D-2DC1-48A6-A027-04EC4517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结果四</a:t>
            </a:r>
          </a:p>
        </p:txBody>
      </p:sp>
      <p:sp>
        <p:nvSpPr>
          <p:cNvPr id="45" name="result-body-4">
            <a:extLst xmlns:a="http://schemas.openxmlformats.org/drawingml/2006/main">
              <a:ext uri="{FF2B5EF4-FFF2-40B4-BE49-F238E27FC236}">
                <a16:creationId xmlns:a16="http://schemas.microsoft.com/office/drawing/2014/main" id="{AFC6ECBF-C281-4F4B-8DB6-B63339B6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990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反馈修正或收束</a:t>
            </a:r>
          </a:p>
        </p:txBody>
      </p:sp>
      <p:sp>
        <p:nvSpPr>
          <p:cNvPr id="46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B70534AF-8AC4-42F1-81A2-30DDA16E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47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4638F500-BEFE-4B4A-B296-784F842D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只有能够解释闭环方向时才使用循环布局。</a:t>
            </a:r>
          </a:p>
        </p:txBody>
      </p:sp>
    </p:spTree>
    <p:extLst>
      <p:ext uri="{BB962C8B-B14F-4D97-AF65-F5344CB8AC3E}">
        <p14:creationId xmlns:p14="http://schemas.microsoft.com/office/powerpoint/2010/main" val="168581804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B43E9E64-E8B1-4ED7-AB05-3AF07132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ACF763B0-25CC-43EB-AEBF-8A33C247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55A80DED-CD62-4ECD-88E3-4E9BEFD8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98B6E35F-0D25-485A-AB60-9DF04DE4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C1F76A4C-44D1-4378-895A-FC024AC9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8340A960-00F2-49BF-A489-72E267F5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678E3849-C201-4118-BA09-1A2540D1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F7B87BB0-570E-4EDF-BADB-241C61BD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-active">
            <a:extLst xmlns:a="http://schemas.openxmlformats.org/drawingml/2006/main">
              <a:ext uri="{FF2B5EF4-FFF2-40B4-BE49-F238E27FC236}">
                <a16:creationId xmlns:a16="http://schemas.microsoft.com/office/drawing/2014/main" id="{72B489F0-A4C1-465F-9AE6-13660480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879A58A4-3462-426D-91DA-B81748D9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">
            <a:extLst xmlns:a="http://schemas.openxmlformats.org/drawingml/2006/main">
              <a:ext uri="{FF2B5EF4-FFF2-40B4-BE49-F238E27FC236}">
                <a16:creationId xmlns:a16="http://schemas.microsoft.com/office/drawing/2014/main" id="{2E3A12C2-CA90-4DCE-9B12-58BF6627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C096FA78-8E9C-451E-A2A7-B7DD7EAB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7F1E75A-CCA9-4221-AAF8-6E9679DC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AD5ABC0-F4CC-4E6B-82DF-95A2D232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487AC0-1850-4441-89F0-A7634C17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双图双结论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DCC8C8BC-4C3F-4F39-90E1-5D490F1A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result-image-1-frame">
            <a:extLst xmlns:a="http://schemas.openxmlformats.org/drawingml/2006/main">
              <a:ext uri="{FF2B5EF4-FFF2-40B4-BE49-F238E27FC236}">
                <a16:creationId xmlns:a16="http://schemas.microsoft.com/office/drawing/2014/main" id="{E1316576-5643-4763-96D5-B01B28AD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238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D5DBE6"/>
            </a:solidFill>
            <a:prstDash val="solid"/>
          </a:ln>
        </p:spPr>
      </p:sp>
      <p:sp>
        <p:nvSpPr>
          <p:cNvPr id="18" name="result-image-1-placeholder">
            <a:extLst xmlns:a="http://schemas.openxmlformats.org/drawingml/2006/main">
              <a:ext uri="{FF2B5EF4-FFF2-40B4-BE49-F238E27FC236}">
                <a16:creationId xmlns:a16="http://schemas.microsoft.com/office/drawing/2014/main" id="{661287B4-CE99-4A82-9EA1-32AE28CA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24025"/>
            <a:ext cx="51054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结果图 1</a:t>
            </a:r>
          </a:p>
        </p:txBody>
      </p:sp>
      <p:sp>
        <p:nvSpPr>
          <p:cNvPr id="19" name="result-caption-band-1">
            <a:extLst xmlns:a="http://schemas.openxmlformats.org/drawingml/2006/main">
              <a:ext uri="{FF2B5EF4-FFF2-40B4-BE49-F238E27FC236}">
                <a16:creationId xmlns:a16="http://schemas.microsoft.com/office/drawing/2014/main" id="{546C97B5-9ED3-44E7-82BE-90D6F81F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45B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20" name="result-caption-1">
            <a:extLst xmlns:a="http://schemas.openxmlformats.org/drawingml/2006/main">
              <a:ext uri="{FF2B5EF4-FFF2-40B4-BE49-F238E27FC236}">
                <a16:creationId xmlns:a16="http://schemas.microsoft.com/office/drawing/2014/main" id="{E9BE1562-F97F-4B9B-B633-087D3AB3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481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 A｜左图的一句话观察</a:t>
            </a:r>
          </a:p>
        </p:txBody>
      </p:sp>
      <p:sp>
        <p:nvSpPr>
          <p:cNvPr id="21" name="result-image-2-frame">
            <a:extLst xmlns:a="http://schemas.openxmlformats.org/drawingml/2006/main">
              <a:ext uri="{FF2B5EF4-FFF2-40B4-BE49-F238E27FC236}">
                <a16:creationId xmlns:a16="http://schemas.microsoft.com/office/drawing/2014/main" id="{787CCA90-D2B5-498D-B2CA-F22F6A9C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5238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D5DBE6"/>
            </a:solidFill>
            <a:prstDash val="solid"/>
          </a:ln>
        </p:spPr>
      </p:sp>
      <p:sp>
        <p:nvSpPr>
          <p:cNvPr id="22" name="result-image-2-placeholder">
            <a:extLst xmlns:a="http://schemas.openxmlformats.org/drawingml/2006/main">
              <a:ext uri="{FF2B5EF4-FFF2-40B4-BE49-F238E27FC236}">
                <a16:creationId xmlns:a16="http://schemas.microsoft.com/office/drawing/2014/main" id="{95F34EC7-A1D7-4B38-A0BD-64E9C9C8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24025"/>
            <a:ext cx="51054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结果图 2</a:t>
            </a:r>
          </a:p>
        </p:txBody>
      </p:sp>
      <p:sp>
        <p:nvSpPr>
          <p:cNvPr id="23" name="result-caption-band-2">
            <a:extLst xmlns:a="http://schemas.openxmlformats.org/drawingml/2006/main">
              <a:ext uri="{FF2B5EF4-FFF2-40B4-BE49-F238E27FC236}">
                <a16:creationId xmlns:a16="http://schemas.microsoft.com/office/drawing/2014/main" id="{3A3B17B3-431D-408A-A18F-B8843C8A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57750"/>
            <a:ext cx="523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24" name="result-caption-2">
            <a:extLst xmlns:a="http://schemas.openxmlformats.org/drawingml/2006/main">
              <a:ext uri="{FF2B5EF4-FFF2-40B4-BE49-F238E27FC236}">
                <a16:creationId xmlns:a16="http://schemas.microsoft.com/office/drawing/2014/main" id="{F76DCB40-6760-4086-91F0-3F0BB4AA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481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 B｜右图的一句话观察</a:t>
            </a:r>
          </a:p>
        </p:txBody>
      </p:sp>
      <p:sp>
        <p:nvSpPr>
          <p:cNvPr id="25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DD9D58D3-8A28-45B4-BD6A-A3A9BD90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26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E30C931A-2C5D-4FC2-8A4B-C186099C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两图共享研究问题，但每张图保留独立观察结论。</a:t>
            </a:r>
          </a:p>
        </p:txBody>
      </p:sp>
    </p:spTree>
    <p:extLst>
      <p:ext uri="{BB962C8B-B14F-4D97-AF65-F5344CB8AC3E}">
        <p14:creationId xmlns:p14="http://schemas.microsoft.com/office/powerpoint/2010/main" val="12567071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CB204A9B-B410-4E24-A4F6-A1D8F012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F66C7A12-8C88-4974-A5E6-4B9B6472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845DD47C-BD0D-4614-939A-4FC0242F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F9E2BDDF-33ED-4681-A418-FBCB0F61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1702EA51-755E-4693-939C-1E997982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09D89A02-B0A6-4393-8B32-9AC3DB39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CE6D38C1-A2AA-4757-8437-035D4BC7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96E0754E-548A-4032-965A-739DEB91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C4EEE9F7-E80F-42CA-BC7E-F628D0FA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2135DC3B-3667-4309-BF49-22FA1BDD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-active">
            <a:extLst xmlns:a="http://schemas.openxmlformats.org/drawingml/2006/main">
              <a:ext uri="{FF2B5EF4-FFF2-40B4-BE49-F238E27FC236}">
                <a16:creationId xmlns:a16="http://schemas.microsoft.com/office/drawing/2014/main" id="{A1077837-9D78-4B00-82BA-90D82A3C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10DEEE83-0C86-4D97-934D-9F4AACD3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D88117D-92E4-421A-B8E6-898B484B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9AA23C8-963E-4B7E-993F-79A3229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6CE1F2-DFDE-45F1-A52E-DB69C3E5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大图与结论侧栏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7131AA-FFBC-4316-8A04-EFE66BE2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figure-conclusion-image-frame">
            <a:extLst xmlns:a="http://schemas.openxmlformats.org/drawingml/2006/main">
              <a:ext uri="{FF2B5EF4-FFF2-40B4-BE49-F238E27FC236}">
                <a16:creationId xmlns:a16="http://schemas.microsoft.com/office/drawing/2014/main" id="{D3FB98BD-A33A-485E-A2DE-7A8F184D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33425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D5DBE6"/>
            </a:solidFill>
            <a:prstDash val="solid"/>
          </a:ln>
        </p:spPr>
      </p:sp>
      <p:sp>
        <p:nvSpPr>
          <p:cNvPr id="18" name="figure-conclusion-image-placeholder">
            <a:extLst xmlns:a="http://schemas.openxmlformats.org/drawingml/2006/main">
              <a:ext uri="{FF2B5EF4-FFF2-40B4-BE49-F238E27FC236}">
                <a16:creationId xmlns:a16="http://schemas.microsoft.com/office/drawing/2014/main" id="{016E970A-5F1E-4BC4-8BEE-9D833051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24025"/>
            <a:ext cx="72009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承担主要证据的核心图</a:t>
            </a:r>
          </a:p>
        </p:txBody>
      </p:sp>
      <p:sp>
        <p:nvSpPr>
          <p:cNvPr id="19" name="figure-conclusion-panel">
            <a:extLst xmlns:a="http://schemas.openxmlformats.org/drawingml/2006/main">
              <a:ext uri="{FF2B5EF4-FFF2-40B4-BE49-F238E27FC236}">
                <a16:creationId xmlns:a16="http://schemas.microsoft.com/office/drawing/2014/main" id="{A8B3BAC2-3E68-439B-90DD-2819C85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333750" cy="35623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64A7C"/>
            </a:solidFill>
            <a:prstDash val="solid"/>
          </a:ln>
        </p:spPr>
      </p:sp>
      <p:sp>
        <p:nvSpPr>
          <p:cNvPr id="20" name="figure-conclusion-label">
            <a:extLst xmlns:a="http://schemas.openxmlformats.org/drawingml/2006/main">
              <a:ext uri="{FF2B5EF4-FFF2-40B4-BE49-F238E27FC236}">
                <a16:creationId xmlns:a16="http://schemas.microsoft.com/office/drawing/2014/main" id="{04CDB70F-9088-4663-91B7-60B8BA18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1" name="figure-conclusion-claim">
            <a:extLst xmlns:a="http://schemas.openxmlformats.org/drawingml/2006/main">
              <a:ext uri="{FF2B5EF4-FFF2-40B4-BE49-F238E27FC236}">
                <a16:creationId xmlns:a16="http://schemas.microsoft.com/office/drawing/2014/main" id="{B6A9A566-1BCE-4528-8BFC-41301953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57450"/>
            <a:ext cx="2800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大图呈现证据，侧栏说明观察、结论与边界。</a:t>
            </a:r>
          </a:p>
        </p:txBody>
      </p:sp>
      <p:sp>
        <p:nvSpPr>
          <p:cNvPr id="22" name="figure-conclusion-bullets">
            <a:extLst xmlns:a="http://schemas.openxmlformats.org/drawingml/2006/main">
              <a:ext uri="{FF2B5EF4-FFF2-40B4-BE49-F238E27FC236}">
                <a16:creationId xmlns:a16="http://schemas.microsoft.com/office/drawing/2014/main" id="{3923F69E-03E5-42D2-899E-4EBEC329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43350"/>
            <a:ext cx="2800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5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观察一｜图中最关键区域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•  结论二｜证据支持的判断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•  边界三｜不应外推的范围</a:t>
            </a:r>
          </a:p>
        </p:txBody>
      </p:sp>
    </p:spTree>
    <p:extLst>
      <p:ext uri="{BB962C8B-B14F-4D97-AF65-F5344CB8AC3E}">
        <p14:creationId xmlns:p14="http://schemas.microsoft.com/office/powerpoint/2010/main" val="11736941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F06540E1-0B8F-42BE-9ED3-986CF7AC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F7D8CFA4-DC12-42D1-9B61-A41B1B85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EB3A1850-3D6E-42EB-A014-A2675720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BA3B84A4-2208-4A4B-8BAD-EBF26731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D3A16366-B709-4C57-9903-1EF9F835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A2026122-0350-4963-8405-FB8294A6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FC810D23-62C9-458B-8C2F-15C89D63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02C514DD-AD5C-44E9-9B1D-6BD08A3F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3063CFE5-1B17-4452-B78B-D2A9BB58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03C4B79E-AEE4-4E54-821B-B56F541A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-active">
            <a:extLst xmlns:a="http://schemas.openxmlformats.org/drawingml/2006/main">
              <a:ext uri="{FF2B5EF4-FFF2-40B4-BE49-F238E27FC236}">
                <a16:creationId xmlns:a16="http://schemas.microsoft.com/office/drawing/2014/main" id="{591DE284-3DF0-4195-B31F-5AEE6934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0269E05A-F9C2-46E3-8731-4D8620FA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067D596-E2E3-458C-B31E-106E2F0C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2545D6E-F9D0-4E02-8D27-6E393081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F89857-EBE6-40F0-977D-E6D05AE7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最终结论清单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3AD377A2-9EDF-4C56-926C-98D12308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conclusion-arc">
            <a:extLst xmlns:a="http://schemas.openxmlformats.org/drawingml/2006/main">
              <a:ext uri="{FF2B5EF4-FFF2-40B4-BE49-F238E27FC236}">
                <a16:creationId xmlns:a16="http://schemas.microsoft.com/office/drawing/2014/main" id="{A0D5D442-65DE-47DC-BE32-FEF7FA34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24193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18" name="conclusion-arc-label">
            <a:extLst xmlns:a="http://schemas.openxmlformats.org/drawingml/2006/main">
              <a:ext uri="{FF2B5EF4-FFF2-40B4-BE49-F238E27FC236}">
                <a16:creationId xmlns:a16="http://schemas.microsoft.com/office/drawing/2014/main" id="{73F1A27C-B627-41A1-A78B-8587BCEE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099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9" name="conclusion-dot-1">
            <a:extLst xmlns:a="http://schemas.openxmlformats.org/drawingml/2006/main">
              <a:ext uri="{FF2B5EF4-FFF2-40B4-BE49-F238E27FC236}">
                <a16:creationId xmlns:a16="http://schemas.microsoft.com/office/drawing/2014/main" id="{8FEC4F00-79C0-4946-B7D7-7772DA23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20" name="conclusion-index-1">
            <a:extLst xmlns:a="http://schemas.openxmlformats.org/drawingml/2006/main">
              <a:ext uri="{FF2B5EF4-FFF2-40B4-BE49-F238E27FC236}">
                <a16:creationId xmlns:a16="http://schemas.microsoft.com/office/drawing/2014/main" id="{7C0F9242-AEAC-47B7-99C8-BE1D400A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conclusion-title-1">
            <a:extLst xmlns:a="http://schemas.openxmlformats.org/drawingml/2006/main">
              <a:ext uri="{FF2B5EF4-FFF2-40B4-BE49-F238E27FC236}">
                <a16:creationId xmlns:a16="http://schemas.microsoft.com/office/drawing/2014/main" id="{C84DA796-EF08-45F4-BBBC-C71E824C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050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结论一</a:t>
            </a:r>
          </a:p>
        </p:txBody>
      </p:sp>
      <p:sp>
        <p:nvSpPr>
          <p:cNvPr id="22" name="conclusion-body-1">
            <a:extLst xmlns:a="http://schemas.openxmlformats.org/drawingml/2006/main">
              <a:ext uri="{FF2B5EF4-FFF2-40B4-BE49-F238E27FC236}">
                <a16:creationId xmlns:a16="http://schemas.microsoft.com/office/drawing/2014/main" id="{1379D9AB-2697-41E9-8165-48942B90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回答核心研究问题</a:t>
            </a:r>
          </a:p>
        </p:txBody>
      </p:sp>
      <p:sp>
        <p:nvSpPr>
          <p:cNvPr id="23" name="conclusion-rule-1">
            <a:extLst xmlns:a="http://schemas.openxmlformats.org/drawingml/2006/main">
              <a:ext uri="{FF2B5EF4-FFF2-40B4-BE49-F238E27FC236}">
                <a16:creationId xmlns:a16="http://schemas.microsoft.com/office/drawing/2014/main" id="{658401E2-41FE-4393-9328-D6BF0444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14600"/>
            <a:ext cx="765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24" name="conclusion-dot-2">
            <a:extLst xmlns:a="http://schemas.openxmlformats.org/drawingml/2006/main">
              <a:ext uri="{FF2B5EF4-FFF2-40B4-BE49-F238E27FC236}">
                <a16:creationId xmlns:a16="http://schemas.microsoft.com/office/drawing/2014/main" id="{9F1EDD1F-48A6-4489-B130-408501E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14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BF4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25" name="conclusion-index-2">
            <a:extLst xmlns:a="http://schemas.openxmlformats.org/drawingml/2006/main">
              <a:ext uri="{FF2B5EF4-FFF2-40B4-BE49-F238E27FC236}">
                <a16:creationId xmlns:a16="http://schemas.microsoft.com/office/drawing/2014/main" id="{7334E787-0D66-4DEE-89E3-2BC92190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14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conclusion-title-2">
            <a:extLst xmlns:a="http://schemas.openxmlformats.org/drawingml/2006/main">
              <a:ext uri="{FF2B5EF4-FFF2-40B4-BE49-F238E27FC236}">
                <a16:creationId xmlns:a16="http://schemas.microsoft.com/office/drawing/2014/main" id="{B3E813E1-EF74-4C03-8922-339B4868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结论二</a:t>
            </a:r>
          </a:p>
        </p:txBody>
      </p:sp>
      <p:sp>
        <p:nvSpPr>
          <p:cNvPr id="27" name="conclusion-body-2">
            <a:extLst xmlns:a="http://schemas.openxmlformats.org/drawingml/2006/main">
              <a:ext uri="{FF2B5EF4-FFF2-40B4-BE49-F238E27FC236}">
                <a16:creationId xmlns:a16="http://schemas.microsoft.com/office/drawing/2014/main" id="{638003A5-4EE5-464A-B169-6ED01E1E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说明关键机制或关系</a:t>
            </a:r>
          </a:p>
        </p:txBody>
      </p:sp>
      <p:sp>
        <p:nvSpPr>
          <p:cNvPr id="28" name="conclusion-rule-2">
            <a:extLst xmlns:a="http://schemas.openxmlformats.org/drawingml/2006/main">
              <a:ext uri="{FF2B5EF4-FFF2-40B4-BE49-F238E27FC236}">
                <a16:creationId xmlns:a16="http://schemas.microsoft.com/office/drawing/2014/main" id="{62A0B7D4-7D0D-446A-9466-62EBFC7A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48050"/>
            <a:ext cx="765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29" name="conclusion-dot-3">
            <a:extLst xmlns:a="http://schemas.openxmlformats.org/drawingml/2006/main">
              <a:ext uri="{FF2B5EF4-FFF2-40B4-BE49-F238E27FC236}">
                <a16:creationId xmlns:a16="http://schemas.microsoft.com/office/drawing/2014/main" id="{53601138-8D7D-4B77-A88A-CA9634AC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48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BF4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30" name="conclusion-index-3">
            <a:extLst xmlns:a="http://schemas.openxmlformats.org/drawingml/2006/main">
              <a:ext uri="{FF2B5EF4-FFF2-40B4-BE49-F238E27FC236}">
                <a16:creationId xmlns:a16="http://schemas.microsoft.com/office/drawing/2014/main" id="{A6393C5F-61B9-406D-8F4C-13098BB8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48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" name="conclusion-title-3">
            <a:extLst xmlns:a="http://schemas.openxmlformats.org/drawingml/2006/main">
              <a:ext uri="{FF2B5EF4-FFF2-40B4-BE49-F238E27FC236}">
                <a16:creationId xmlns:a16="http://schemas.microsoft.com/office/drawing/2014/main" id="{D6F9C255-B994-4F87-9D92-F536F21B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719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结论三</a:t>
            </a:r>
          </a:p>
        </p:txBody>
      </p:sp>
      <p:sp>
        <p:nvSpPr>
          <p:cNvPr id="32" name="conclusion-body-3">
            <a:extLst xmlns:a="http://schemas.openxmlformats.org/drawingml/2006/main">
              <a:ext uri="{FF2B5EF4-FFF2-40B4-BE49-F238E27FC236}">
                <a16:creationId xmlns:a16="http://schemas.microsoft.com/office/drawing/2014/main" id="{09BAFF70-D642-4502-8D3F-FDFDBB8A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719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报告主要结果或差异</a:t>
            </a:r>
          </a:p>
        </p:txBody>
      </p:sp>
      <p:sp>
        <p:nvSpPr>
          <p:cNvPr id="33" name="conclusion-rule-3">
            <a:extLst xmlns:a="http://schemas.openxmlformats.org/drawingml/2006/main">
              <a:ext uri="{FF2B5EF4-FFF2-40B4-BE49-F238E27FC236}">
                <a16:creationId xmlns:a16="http://schemas.microsoft.com/office/drawing/2014/main" id="{DD9D56FE-8940-49E9-B10F-0A4A3696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81500"/>
            <a:ext cx="765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34" name="conclusion-dot-4">
            <a:extLst xmlns:a="http://schemas.openxmlformats.org/drawingml/2006/main">
              <a:ext uri="{FF2B5EF4-FFF2-40B4-BE49-F238E27FC236}">
                <a16:creationId xmlns:a16="http://schemas.microsoft.com/office/drawing/2014/main" id="{1658DC59-28B2-4446-95F9-833C3EE0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81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BF4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35" name="conclusion-index-4">
            <a:extLst xmlns:a="http://schemas.openxmlformats.org/drawingml/2006/main">
              <a:ext uri="{FF2B5EF4-FFF2-40B4-BE49-F238E27FC236}">
                <a16:creationId xmlns:a16="http://schemas.microsoft.com/office/drawing/2014/main" id="{83167D38-EB3A-4CAB-9CA0-1F06FE83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81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conclusion-title-4">
            <a:extLst xmlns:a="http://schemas.openxmlformats.org/drawingml/2006/main">
              <a:ext uri="{FF2B5EF4-FFF2-40B4-BE49-F238E27FC236}">
                <a16:creationId xmlns:a16="http://schemas.microsoft.com/office/drawing/2014/main" id="{CC73DFFE-5FC8-45B6-B3E7-89603DFA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053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结论四</a:t>
            </a:r>
          </a:p>
        </p:txBody>
      </p:sp>
      <p:sp>
        <p:nvSpPr>
          <p:cNvPr id="37" name="conclusion-body-4">
            <a:extLst xmlns:a="http://schemas.openxmlformats.org/drawingml/2006/main">
              <a:ext uri="{FF2B5EF4-FFF2-40B4-BE49-F238E27FC236}">
                <a16:creationId xmlns:a16="http://schemas.microsoft.com/office/drawing/2014/main" id="{AF40A2F0-0D67-4D27-8B54-67139DDE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说明贡献或价值</a:t>
            </a:r>
          </a:p>
        </p:txBody>
      </p:sp>
      <p:sp>
        <p:nvSpPr>
          <p:cNvPr id="3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4F14FC3C-3DC8-45C5-87AE-B80C3B54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39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E8D9BDA8-44A2-4C4F-B7EA-835ADFA3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每条结论都是回答，不是“做了什么”的过程复述。</a:t>
            </a:r>
          </a:p>
        </p:txBody>
      </p:sp>
    </p:spTree>
    <p:extLst>
      <p:ext uri="{BB962C8B-B14F-4D97-AF65-F5344CB8AC3E}">
        <p14:creationId xmlns:p14="http://schemas.microsoft.com/office/powerpoint/2010/main" val="28751852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89D63EAF-03A3-4C73-933A-26C60281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4A01C3F9-3073-49C5-97B6-864A1888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646B6932-7569-46B8-AC49-B6BA4B6B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10CE7DB8-40DE-4607-9E79-CF9FD3AD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19A06D8D-95A4-4EB0-A9FA-3ED34492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DAC9E91A-0946-4144-AB19-486247BD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52570883-1049-42DD-81B7-C17D2CB6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E32FBED2-CD66-44B1-A944-5813139D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082A803C-0894-4BEB-A244-3A1395FC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FDC9F69A-60CD-4C8A-A925-6B7D222D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-active">
            <a:extLst xmlns:a="http://schemas.openxmlformats.org/drawingml/2006/main">
              <a:ext uri="{FF2B5EF4-FFF2-40B4-BE49-F238E27FC236}">
                <a16:creationId xmlns:a16="http://schemas.microsoft.com/office/drawing/2014/main" id="{1701C4C5-13DC-4E9C-B504-84E20116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C1D63A2B-9C76-4E60-9C3F-DD50A177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6DE951F-592A-44A6-A89B-6370DCF5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84C57AF-1F7E-46DD-BFE8-81E8BE72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FB4267-932A-476D-9AE9-F4F84769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三列可执行展望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92A7BA67-D59C-4F5B-A1CA-584A3843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outlook-column-1">
            <a:extLst xmlns:a="http://schemas.openxmlformats.org/drawingml/2006/main">
              <a:ext uri="{FF2B5EF4-FFF2-40B4-BE49-F238E27FC236}">
                <a16:creationId xmlns:a16="http://schemas.microsoft.com/office/drawing/2014/main" id="{80C3E71D-BF59-446F-B827-88BD2DFF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34290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6482B5"/>
            </a:solidFill>
            <a:prstDash val="solid"/>
          </a:ln>
        </p:spPr>
      </p:sp>
      <p:sp>
        <p:nvSpPr>
          <p:cNvPr id="18" name="outlook-number-tab-1">
            <a:extLst xmlns:a="http://schemas.openxmlformats.org/drawingml/2006/main">
              <a:ext uri="{FF2B5EF4-FFF2-40B4-BE49-F238E27FC236}">
                <a16:creationId xmlns:a16="http://schemas.microsoft.com/office/drawing/2014/main" id="{7F5118DC-C79F-40C2-B7E8-9DA071C0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57350"/>
            <a:ext cx="1333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19" name="outlook-number-1">
            <a:extLst xmlns:a="http://schemas.openxmlformats.org/drawingml/2006/main">
              <a:ext uri="{FF2B5EF4-FFF2-40B4-BE49-F238E27FC236}">
                <a16:creationId xmlns:a16="http://schemas.microsoft.com/office/drawing/2014/main" id="{E4C2A9FD-2B1C-4654-9FD7-0C7DFF29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907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9107"/>
          </a:bodyPr>
          <a:lstStyle xmlns:a="http://schemas.openxmlformats.org/drawingml/2006/main"/>
          <a:p xmlns:a="http://schemas.openxmlformats.org/drawingml/2006/main">
            <a:pPr algn="ctr">
              <a:defRPr sz="28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0" name="outlook-title-1">
            <a:extLst xmlns:a="http://schemas.openxmlformats.org/drawingml/2006/main">
              <a:ext uri="{FF2B5EF4-FFF2-40B4-BE49-F238E27FC236}">
                <a16:creationId xmlns:a16="http://schemas.microsoft.com/office/drawing/2014/main" id="{413BA8B6-324A-48C6-8C89-A1CDE5E1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方向一</a:t>
            </a:r>
          </a:p>
        </p:txBody>
      </p:sp>
      <p:sp>
        <p:nvSpPr>
          <p:cNvPr id="21" name="outlook-rule-1">
            <a:extLst xmlns:a="http://schemas.openxmlformats.org/drawingml/2006/main">
              <a:ext uri="{FF2B5EF4-FFF2-40B4-BE49-F238E27FC236}">
                <a16:creationId xmlns:a16="http://schemas.microsoft.com/office/drawing/2014/main" id="{AE5AB32C-F0D6-4062-85DB-29E04E59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24250"/>
            <a:ext cx="133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22" name="outlook-body-1">
            <a:extLst xmlns:a="http://schemas.openxmlformats.org/drawingml/2006/main">
              <a:ext uri="{FF2B5EF4-FFF2-40B4-BE49-F238E27FC236}">
                <a16:creationId xmlns:a16="http://schemas.microsoft.com/office/drawing/2014/main" id="{56336549-E119-408B-B013-5BA7FAA9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当前边界 → 下一行动 → 验证标准</a:t>
            </a:r>
          </a:p>
        </p:txBody>
      </p:sp>
      <p:sp>
        <p:nvSpPr>
          <p:cNvPr id="23" name="outlook-column-2">
            <a:extLst xmlns:a="http://schemas.openxmlformats.org/drawingml/2006/main">
              <a:ext uri="{FF2B5EF4-FFF2-40B4-BE49-F238E27FC236}">
                <a16:creationId xmlns:a16="http://schemas.microsoft.com/office/drawing/2014/main" id="{D4AD4FB1-B9B8-4A61-8634-8EB7DBA2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34290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6482B5"/>
            </a:solidFill>
            <a:prstDash val="solid"/>
          </a:ln>
        </p:spPr>
      </p:sp>
      <p:sp>
        <p:nvSpPr>
          <p:cNvPr id="24" name="outlook-number-tab-2">
            <a:extLst xmlns:a="http://schemas.openxmlformats.org/drawingml/2006/main">
              <a:ext uri="{FF2B5EF4-FFF2-40B4-BE49-F238E27FC236}">
                <a16:creationId xmlns:a16="http://schemas.microsoft.com/office/drawing/2014/main" id="{146FE517-F5C6-45E8-A99F-117CABE5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57350"/>
            <a:ext cx="1333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64A7C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25" name="outlook-number-2">
            <a:extLst xmlns:a="http://schemas.openxmlformats.org/drawingml/2006/main">
              <a:ext uri="{FF2B5EF4-FFF2-40B4-BE49-F238E27FC236}">
                <a16:creationId xmlns:a16="http://schemas.microsoft.com/office/drawing/2014/main" id="{612FAA86-29BA-4021-93CB-3C866C88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907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9107"/>
          </a:bodyPr>
          <a:lstStyle xmlns:a="http://schemas.openxmlformats.org/drawingml/2006/main"/>
          <a:p xmlns:a="http://schemas.openxmlformats.org/drawingml/2006/main">
            <a:pPr algn="ctr">
              <a:defRPr sz="2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outlook-title-2">
            <a:extLst xmlns:a="http://schemas.openxmlformats.org/drawingml/2006/main">
              <a:ext uri="{FF2B5EF4-FFF2-40B4-BE49-F238E27FC236}">
                <a16:creationId xmlns:a16="http://schemas.microsoft.com/office/drawing/2014/main" id="{2CDB9963-BD2B-4ADA-A862-3E490770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方向二</a:t>
            </a:r>
          </a:p>
        </p:txBody>
      </p:sp>
      <p:sp>
        <p:nvSpPr>
          <p:cNvPr id="27" name="outlook-rule-2">
            <a:extLst xmlns:a="http://schemas.openxmlformats.org/drawingml/2006/main">
              <a:ext uri="{FF2B5EF4-FFF2-40B4-BE49-F238E27FC236}">
                <a16:creationId xmlns:a16="http://schemas.microsoft.com/office/drawing/2014/main" id="{201326B1-C070-44AC-B5BE-C0C14582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24250"/>
            <a:ext cx="133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28" name="outlook-body-2">
            <a:extLst xmlns:a="http://schemas.openxmlformats.org/drawingml/2006/main">
              <a:ext uri="{FF2B5EF4-FFF2-40B4-BE49-F238E27FC236}">
                <a16:creationId xmlns:a16="http://schemas.microsoft.com/office/drawing/2014/main" id="{07CAA446-035C-4752-B1E3-C5D58863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3380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当前边界 → 下一行动 → 验证标准</a:t>
            </a:r>
          </a:p>
        </p:txBody>
      </p:sp>
      <p:sp>
        <p:nvSpPr>
          <p:cNvPr id="29" name="outlook-column-3">
            <a:extLst xmlns:a="http://schemas.openxmlformats.org/drawingml/2006/main">
              <a:ext uri="{FF2B5EF4-FFF2-40B4-BE49-F238E27FC236}">
                <a16:creationId xmlns:a16="http://schemas.microsoft.com/office/drawing/2014/main" id="{531369C4-695F-47B0-9457-C16B466F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34290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6482B5"/>
            </a:solidFill>
            <a:prstDash val="solid"/>
          </a:ln>
        </p:spPr>
      </p:sp>
      <p:sp>
        <p:nvSpPr>
          <p:cNvPr id="30" name="outlook-number-tab-3">
            <a:extLst xmlns:a="http://schemas.openxmlformats.org/drawingml/2006/main">
              <a:ext uri="{FF2B5EF4-FFF2-40B4-BE49-F238E27FC236}">
                <a16:creationId xmlns:a16="http://schemas.microsoft.com/office/drawing/2014/main" id="{59281AE0-4886-470D-B61E-EFD9921A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57350"/>
            <a:ext cx="1333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11430">
            <a:solidFill>
              <a:srgbClr val="364A7C"/>
            </a:solidFill>
            <a:prstDash val="solid"/>
          </a:ln>
        </p:spPr>
      </p:sp>
      <p:sp>
        <p:nvSpPr>
          <p:cNvPr id="31" name="outlook-number-3">
            <a:extLst xmlns:a="http://schemas.openxmlformats.org/drawingml/2006/main">
              <a:ext uri="{FF2B5EF4-FFF2-40B4-BE49-F238E27FC236}">
                <a16:creationId xmlns:a16="http://schemas.microsoft.com/office/drawing/2014/main" id="{359AC335-1A73-4B1A-B597-161FFEB1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907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9107"/>
          </a:bodyPr>
          <a:lstStyle xmlns:a="http://schemas.openxmlformats.org/drawingml/2006/main"/>
          <a:p xmlns:a="http://schemas.openxmlformats.org/drawingml/2006/main">
            <a:pPr algn="ctr">
              <a:defRPr sz="28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outlook-title-3">
            <a:extLst xmlns:a="http://schemas.openxmlformats.org/drawingml/2006/main">
              <a:ext uri="{FF2B5EF4-FFF2-40B4-BE49-F238E27FC236}">
                <a16:creationId xmlns:a16="http://schemas.microsoft.com/office/drawing/2014/main" id="{C4E7BE99-A298-430E-9BA5-658BE07F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方向三</a:t>
            </a:r>
          </a:p>
        </p:txBody>
      </p:sp>
      <p:sp>
        <p:nvSpPr>
          <p:cNvPr id="33" name="outlook-rule-3">
            <a:extLst xmlns:a="http://schemas.openxmlformats.org/drawingml/2006/main">
              <a:ext uri="{FF2B5EF4-FFF2-40B4-BE49-F238E27FC236}">
                <a16:creationId xmlns:a16="http://schemas.microsoft.com/office/drawing/2014/main" id="{E6DBD07F-F014-4486-9950-8F97B380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24250"/>
            <a:ext cx="133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34" name="outlook-body-3">
            <a:extLst xmlns:a="http://schemas.openxmlformats.org/drawingml/2006/main">
              <a:ext uri="{FF2B5EF4-FFF2-40B4-BE49-F238E27FC236}">
                <a16:creationId xmlns:a16="http://schemas.microsoft.com/office/drawing/2014/main" id="{C26EFB21-0967-427A-92CA-8B733F01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3380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当前边界 → 下一行动 → 验证标准</a:t>
            </a:r>
          </a:p>
        </p:txBody>
      </p:sp>
      <p:sp>
        <p:nvSpPr>
          <p:cNvPr id="35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4E45A877-DBB5-4B8F-B489-01CCEF6D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36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F81B5C47-A6B1-466E-A59F-DB698D18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未来方向必须从当前边界出发，并有可验证交付物。</a:t>
            </a:r>
          </a:p>
        </p:txBody>
      </p:sp>
    </p:spTree>
    <p:extLst>
      <p:ext uri="{BB962C8B-B14F-4D97-AF65-F5344CB8AC3E}">
        <p14:creationId xmlns:p14="http://schemas.microsoft.com/office/powerpoint/2010/main" val="206037461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27A180A8-8444-4D65-B21A-A92932D5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9A179420-4CA3-4910-A3B6-08141753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83246D8E-E130-47C2-A9EF-15079815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FDC1E5CB-30E8-4D9C-8F0D-ED71521C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8A0359E8-66AD-40C4-BBFC-536E91E0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ED3314EB-853C-4376-A798-57C06DE7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9BCD5BA3-3635-493A-A1E8-4D9EB57E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1B413195-F5B1-4740-B540-594ACFFA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51FFDC2B-43FF-4C45-96D2-EEDACF7F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50C7D25C-BCCF-4B0B-AC4E-51B0D54F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-active">
            <a:extLst xmlns:a="http://schemas.openxmlformats.org/drawingml/2006/main">
              <a:ext uri="{FF2B5EF4-FFF2-40B4-BE49-F238E27FC236}">
                <a16:creationId xmlns:a16="http://schemas.microsoft.com/office/drawing/2014/main" id="{EC3F87D6-BA15-4E81-873E-2DA70C9E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59229464-E2CD-4551-88FD-37371DC4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0E413C-3ADC-40AC-B9D3-DC01871C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C93DFBA-D76A-444B-910C-46B144B9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4E3AA5-C913-4BA6-B2BD-CEBA9B9B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引文与分析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4AF060FD-5E7D-44BD-AE8E-1066C0A4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quote-surface">
            <a:extLst xmlns:a="http://schemas.openxmlformats.org/drawingml/2006/main">
              <a:ext uri="{FF2B5EF4-FFF2-40B4-BE49-F238E27FC236}">
                <a16:creationId xmlns:a16="http://schemas.microsoft.com/office/drawing/2014/main" id="{34193E54-F845-428D-8274-0B63C9B8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BE6"/>
            </a:solidFill>
            <a:prstDash val="solid"/>
          </a:ln>
        </p:spPr>
      </p:sp>
      <p:sp>
        <p:nvSpPr>
          <p:cNvPr id="18" name="quote-mark">
            <a:extLst xmlns:a="http://schemas.openxmlformats.org/drawingml/2006/main">
              <a:ext uri="{FF2B5EF4-FFF2-40B4-BE49-F238E27FC236}">
                <a16:creationId xmlns:a16="http://schemas.microsoft.com/office/drawing/2014/main" id="{AAEF2258-5AB2-43C6-9003-6C5C0311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76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62868"/>
          </a:bodyPr>
          <a:lstStyle xmlns:a="http://schemas.openxmlformats.org/drawingml/2006/main"/>
          <a:p xmlns:a="http://schemas.openxmlformats.org/drawingml/2006/main">
            <a:pPr algn="l">
              <a:defRPr sz="6800" b="0" i="0">
                <a:solidFill>
                  <a:srgbClr val="6482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00" b="0" i="0">
                <a:solidFill>
                  <a:srgbClr val="6482B5"/>
                </a:solidFill>
                <a:latin typeface="Times New Roman"/>
                <a:ea typeface="Times New Roman"/>
                <a:cs typeface="Times New Roman"/>
              </a:rPr>
              <a:t>“</a:t>
            </a:r>
          </a:p>
        </p:txBody>
      </p:sp>
      <p:sp>
        <p:nvSpPr>
          <p:cNvPr id="19" name="quote-text">
            <a:extLst xmlns:a="http://schemas.openxmlformats.org/drawingml/2006/main">
              <a:ext uri="{FF2B5EF4-FFF2-40B4-BE49-F238E27FC236}">
                <a16:creationId xmlns:a16="http://schemas.microsoft.com/office/drawing/2014/main" id="{27B20748-7742-4947-95E1-60087D60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40386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172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7213A"/>
                </a:solidFill>
                <a:latin typeface="Times New Roman"/>
                <a:ea typeface="Times New Roman"/>
                <a:cs typeface="Times New Roman"/>
              </a:rPr>
              <a:t>这里放一段短引文、史料原文或关键观点。</a:t>
            </a:r>
          </a:p>
        </p:txBody>
      </p:sp>
      <p:sp>
        <p:nvSpPr>
          <p:cNvPr id="20" name="analysis-label">
            <a:extLst xmlns:a="http://schemas.openxmlformats.org/drawingml/2006/main">
              <a:ext uri="{FF2B5EF4-FFF2-40B4-BE49-F238E27FC236}">
                <a16:creationId xmlns:a16="http://schemas.microsoft.com/office/drawing/2014/main" id="{C369FE4A-6797-4401-A41D-56F7CF4D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9706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21" name="analysis-claim">
            <a:extLst xmlns:a="http://schemas.openxmlformats.org/drawingml/2006/main">
              <a:ext uri="{FF2B5EF4-FFF2-40B4-BE49-F238E27FC236}">
                <a16:creationId xmlns:a16="http://schemas.microsoft.com/office/drawing/2014/main" id="{6695E199-C071-488D-BF0E-3E3931B0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28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分析必须回到研究问题与中心论点。</a:t>
            </a:r>
          </a:p>
        </p:txBody>
      </p:sp>
      <p:sp>
        <p:nvSpPr>
          <p:cNvPr id="22" name="analysis-bullets">
            <a:extLst xmlns:a="http://schemas.openxmlformats.org/drawingml/2006/main">
              <a:ext uri="{FF2B5EF4-FFF2-40B4-BE49-F238E27FC236}">
                <a16:creationId xmlns:a16="http://schemas.microsoft.com/office/drawing/2014/main" id="{FCA5CCE7-6D5D-482D-BFB4-B3A1FACD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533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6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语境：说明引文出现在哪里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•  关键词：指出要分析的概念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•  论证作用：解释它支持什么</a:t>
            </a:r>
          </a:p>
        </p:txBody>
      </p:sp>
      <p:sp>
        <p:nvSpPr>
          <p:cNvPr id="23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40B25FC8-A70A-4400-9C61-CDAEB289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24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401542F8-C34B-4DCE-A1E6-28CEA320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引文提供证据，分析解释它如何支持论点。</a:t>
            </a:r>
          </a:p>
        </p:txBody>
      </p:sp>
    </p:spTree>
    <p:extLst>
      <p:ext uri="{BB962C8B-B14F-4D97-AF65-F5344CB8AC3E}">
        <p14:creationId xmlns:p14="http://schemas.microsoft.com/office/powerpoint/2010/main" val="124415059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E1FE887D-E40E-45A5-8225-C65202B6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831686AE-5AB2-4E67-AE2E-F6E201DC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AE95F39B-0180-412B-BFA4-977B6890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CA43473C-613B-4B53-90E8-322F4FC0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A7DABA9C-AC4E-4809-8F8D-A30511E3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238E43D0-FFE1-42E5-AB88-826DB163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1C8FCE82-E214-426E-A239-5D3DAB8E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32DE5AAF-CE2E-4F97-982C-117D07AD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93ECE8B5-315B-434E-AE3B-011BD1B9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F7D0A427-37C6-4FA6-9494-0EB2A5A7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-active">
            <a:extLst xmlns:a="http://schemas.openxmlformats.org/drawingml/2006/main">
              <a:ext uri="{FF2B5EF4-FFF2-40B4-BE49-F238E27FC236}">
                <a16:creationId xmlns:a16="http://schemas.microsoft.com/office/drawing/2014/main" id="{A0189B0A-E17D-4B3C-96F8-47E2EAD4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2CE131F6-A105-48C8-A9C7-40A5618D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70B718C-4512-4B45-91AD-D6EF4ECD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4291894-0A5E-4DB1-B5FA-5618D345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CDA170-CCDA-4ECE-8013-DCE223D7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双案例或双文本比较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B187A52F-CA29-4BF4-BA65-049262D8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compare-left-label">
            <a:extLst xmlns:a="http://schemas.openxmlformats.org/drawingml/2006/main">
              <a:ext uri="{FF2B5EF4-FFF2-40B4-BE49-F238E27FC236}">
                <a16:creationId xmlns:a16="http://schemas.microsoft.com/office/drawing/2014/main" id="{AC390519-5199-4744-AC81-87959B83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495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  <p:txBody>
          <a:bodyPr xmlns:a="http://schemas.openxmlformats.org/drawingml/2006/main" anchor="ctr">
            <a:normAutofit fontScale="64472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案例 A</a:t>
            </a:r>
          </a:p>
        </p:txBody>
      </p:sp>
      <p:sp>
        <p:nvSpPr>
          <p:cNvPr id="18" name="compare-right-label">
            <a:extLst xmlns:a="http://schemas.openxmlformats.org/drawingml/2006/main">
              <a:ext uri="{FF2B5EF4-FFF2-40B4-BE49-F238E27FC236}">
                <a16:creationId xmlns:a16="http://schemas.microsoft.com/office/drawing/2014/main" id="{10709101-81B2-45E8-AC01-C39C7085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38300"/>
            <a:ext cx="495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  <p:txBody>
          <a:bodyPr xmlns:a="http://schemas.openxmlformats.org/drawingml/2006/main" anchor="ctr">
            <a:normAutofit fontScale="64472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案例 B</a:t>
            </a:r>
          </a:p>
        </p:txBody>
      </p:sp>
      <p:sp>
        <p:nvSpPr>
          <p:cNvPr id="19" name="compare-left-frame">
            <a:extLst xmlns:a="http://schemas.openxmlformats.org/drawingml/2006/main">
              <a:ext uri="{FF2B5EF4-FFF2-40B4-BE49-F238E27FC236}">
                <a16:creationId xmlns:a16="http://schemas.microsoft.com/office/drawing/2014/main" id="{6E08C3D5-3401-4DF7-B19C-F7C15B99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9530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D5DBE6"/>
            </a:solidFill>
            <a:prstDash val="solid"/>
          </a:ln>
        </p:spPr>
      </p:sp>
      <p:sp>
        <p:nvSpPr>
          <p:cNvPr id="20" name="compare-left-placeholder">
            <a:extLst xmlns:a="http://schemas.openxmlformats.org/drawingml/2006/main">
              <a:ext uri="{FF2B5EF4-FFF2-40B4-BE49-F238E27FC236}">
                <a16:creationId xmlns:a16="http://schemas.microsoft.com/office/drawing/2014/main" id="{CEDA2657-7B67-4E8F-9ED5-A6AC9E6F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43125"/>
            <a:ext cx="48196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 A</a:t>
            </a:r>
          </a:p>
        </p:txBody>
      </p:sp>
      <p:sp>
        <p:nvSpPr>
          <p:cNvPr id="21" name="compare-right-frame">
            <a:extLst xmlns:a="http://schemas.openxmlformats.org/drawingml/2006/main">
              <a:ext uri="{FF2B5EF4-FFF2-40B4-BE49-F238E27FC236}">
                <a16:creationId xmlns:a16="http://schemas.microsoft.com/office/drawing/2014/main" id="{FFD69EFB-ED3B-4138-8BB0-C593926A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49530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D5DBE6"/>
            </a:solidFill>
            <a:prstDash val="solid"/>
          </a:ln>
        </p:spPr>
      </p:sp>
      <p:sp>
        <p:nvSpPr>
          <p:cNvPr id="22" name="compare-right-placeholder">
            <a:extLst xmlns:a="http://schemas.openxmlformats.org/drawingml/2006/main">
              <a:ext uri="{FF2B5EF4-FFF2-40B4-BE49-F238E27FC236}">
                <a16:creationId xmlns:a16="http://schemas.microsoft.com/office/drawing/2014/main" id="{3062685D-BCF7-424E-A556-6235DD03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43125"/>
            <a:ext cx="48196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 B</a:t>
            </a:r>
          </a:p>
        </p:txBody>
      </p:sp>
      <p:sp>
        <p:nvSpPr>
          <p:cNvPr id="23" name="compare-left-caption">
            <a:extLst xmlns:a="http://schemas.openxmlformats.org/drawingml/2006/main">
              <a:ext uri="{FF2B5EF4-FFF2-40B4-BE49-F238E27FC236}">
                <a16:creationId xmlns:a16="http://schemas.microsoft.com/office/drawing/2014/main" id="{33A64FBB-855E-4099-AD71-B7BD4824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87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背景｜证据｜解释</a:t>
            </a:r>
          </a:p>
        </p:txBody>
      </p:sp>
      <p:sp>
        <p:nvSpPr>
          <p:cNvPr id="24" name="compare-right-caption">
            <a:extLst xmlns:a="http://schemas.openxmlformats.org/drawingml/2006/main">
              <a:ext uri="{FF2B5EF4-FFF2-40B4-BE49-F238E27FC236}">
                <a16:creationId xmlns:a16="http://schemas.microsoft.com/office/drawing/2014/main" id="{56C1743C-5ACD-4B3F-834F-FBD4508B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487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背景｜证据｜解释</a:t>
            </a:r>
          </a:p>
        </p:txBody>
      </p:sp>
      <p:sp>
        <p:nvSpPr>
          <p:cNvPr id="25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233B09B-BE4E-491B-B45F-E5ACF505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26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3416667B-7514-4FE5-8584-E8B85A26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007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左右两侧必须回答同一组比较问题。</a:t>
            </a:r>
          </a:p>
        </p:txBody>
      </p:sp>
    </p:spTree>
    <p:extLst>
      <p:ext uri="{BB962C8B-B14F-4D97-AF65-F5344CB8AC3E}">
        <p14:creationId xmlns:p14="http://schemas.microsoft.com/office/powerpoint/2010/main" val="207665858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EDF092E2-9A97-4BC0-A884-98D96E12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8B52F074-1E49-48CC-90CE-2E068498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D8037366-4E1C-4BF0-8D2F-83180845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B4CBA3F3-480A-499A-B595-396E3AE4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17A0FA34-065E-4F38-AF67-31A1A921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0B490209-6E74-4F4E-8DCC-EE272E71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C75926D4-779D-47EF-AB5B-BFA82E82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5800267C-A2D7-4224-B71A-DDB92CBB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B17A6D0E-35C4-489E-9C82-2DC59C15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9B1FD777-F961-4188-948E-2CFA3D02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-active">
            <a:extLst xmlns:a="http://schemas.openxmlformats.org/drawingml/2006/main">
              <a:ext uri="{FF2B5EF4-FFF2-40B4-BE49-F238E27FC236}">
                <a16:creationId xmlns:a16="http://schemas.microsoft.com/office/drawing/2014/main" id="{6F91EFB8-4A32-4752-8B18-FAF1218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5B3C002B-045C-42C3-B2A4-E3C6C7A7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FB8B114-0D71-4417-87BD-AF03C53E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1B23397-2902-49F6-B1A3-7718CA5C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2B7798-04E5-49BF-8F48-6F2F81EC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主张—方法—证据—状态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12762040-3DA4-4695-A8F9-15E8258B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743200"/>
                <a:gridCol w="2743200"/>
                <a:gridCol w="2743200"/>
                <a:gridCol w="2743200"/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主张 / 要求</a:t>
                      </a:r>
                    </a:p>
                  </a:txBody>
                  <a:tcPr marL="91440" marR="91440" marT="45720" marB="45720">
                    <a:solidFill>
                      <a:srgbClr val="364A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>
                    <a:solidFill>
                      <a:srgbClr val="364A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91440" marR="91440" marT="45720" marB="45720">
                    <a:solidFill>
                      <a:srgbClr val="364A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91440" marR="91440" marT="45720" marB="45720">
                    <a:solidFill>
                      <a:srgbClr val="364A7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主张一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 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证据页 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34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已支持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主张二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 B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证据页 B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34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部分支持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主张三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 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待补证据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34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842340ED-8546-4B6D-BB67-FBED292C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19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C7E26D6C-76E7-4504-B5EE-01BCC1B6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007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矩阵用于暴露证据缺口，不用于掩盖缺口。</a:t>
            </a:r>
          </a:p>
        </p:txBody>
      </p:sp>
    </p:spTree>
    <p:extLst>
      <p:ext uri="{BB962C8B-B14F-4D97-AF65-F5344CB8AC3E}">
        <p14:creationId xmlns:p14="http://schemas.microsoft.com/office/powerpoint/2010/main" val="37990587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98DC30C1-AF24-4F1F-820D-C4DAF4C5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7533A5F2-07A2-4F13-BFEA-46CD1BDA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BB3140D7-3319-4D85-93AF-92A4E518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71FF35AA-4BAF-4C37-8FEF-BC707121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00D5E287-7075-40D5-8F78-772FDB47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9271B6B5-086B-4728-B1B4-3E2C5F93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A44D613E-6DD3-409F-BFD3-A5F26A5B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532D994C-6177-4024-8CBB-C7324017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F919F5C6-8725-46EB-A025-7B262FA7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D6BA44A3-D647-48FE-BB03-47973972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-active">
            <a:extLst xmlns:a="http://schemas.openxmlformats.org/drawingml/2006/main">
              <a:ext uri="{FF2B5EF4-FFF2-40B4-BE49-F238E27FC236}">
                <a16:creationId xmlns:a16="http://schemas.microsoft.com/office/drawing/2014/main" id="{C0E3D753-AC3D-4390-8339-5BD0EAC1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DE64C0C2-69FE-406D-82BD-79F2418A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389B2EA-9AA4-43E5-9067-14F3D49A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1E960DE-3131-4291-AFCA-F92E614E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229B2D-CF92-46D4-9A21-5F642717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贡献与证据对应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E3DCF9-3EA1-4098-A785-F17D8ED5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contribution-number-1">
            <a:extLst xmlns:a="http://schemas.openxmlformats.org/drawingml/2006/main">
              <a:ext uri="{FF2B5EF4-FFF2-40B4-BE49-F238E27FC236}">
                <a16:creationId xmlns:a16="http://schemas.microsoft.com/office/drawing/2014/main" id="{38B71406-04F1-40F5-969D-568A5210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contribution-title-1">
            <a:extLst xmlns:a="http://schemas.openxmlformats.org/drawingml/2006/main">
              <a:ext uri="{FF2B5EF4-FFF2-40B4-BE49-F238E27FC236}">
                <a16:creationId xmlns:a16="http://schemas.microsoft.com/office/drawing/2014/main" id="{6D1FF7B5-5DD1-480B-8FBC-EB169B41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954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对象或问题层贡献</a:t>
            </a:r>
          </a:p>
        </p:txBody>
      </p:sp>
      <p:sp>
        <p:nvSpPr>
          <p:cNvPr id="19" name="contribution-link-1">
            <a:extLst xmlns:a="http://schemas.openxmlformats.org/drawingml/2006/main">
              <a:ext uri="{FF2B5EF4-FFF2-40B4-BE49-F238E27FC236}">
                <a16:creationId xmlns:a16="http://schemas.microsoft.com/office/drawing/2014/main" id="{CA06FBF3-7D63-4164-A097-C62FD73E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0" name="contribution-evidence-1">
            <a:extLst xmlns:a="http://schemas.openxmlformats.org/drawingml/2006/main">
              <a:ext uri="{FF2B5EF4-FFF2-40B4-BE49-F238E27FC236}">
                <a16:creationId xmlns:a16="http://schemas.microsoft.com/office/drawing/2014/main" id="{F5D913DE-A34B-4819-B10D-A089789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对应结果页或证据编号</a:t>
            </a:r>
          </a:p>
        </p:txBody>
      </p:sp>
      <p:sp>
        <p:nvSpPr>
          <p:cNvPr id="21" name="contribution-number-2">
            <a:extLst xmlns:a="http://schemas.openxmlformats.org/drawingml/2006/main">
              <a:ext uri="{FF2B5EF4-FFF2-40B4-BE49-F238E27FC236}">
                <a16:creationId xmlns:a16="http://schemas.microsoft.com/office/drawing/2014/main" id="{01C6C2DC-AD4C-4B12-B479-4AF1E022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contribution-title-2">
            <a:extLst xmlns:a="http://schemas.openxmlformats.org/drawingml/2006/main">
              <a:ext uri="{FF2B5EF4-FFF2-40B4-BE49-F238E27FC236}">
                <a16:creationId xmlns:a16="http://schemas.microsoft.com/office/drawing/2014/main" id="{9F08F8ED-FF8D-4BAD-9617-9F001435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765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方法或路径层贡献</a:t>
            </a:r>
          </a:p>
        </p:txBody>
      </p:sp>
      <p:sp>
        <p:nvSpPr>
          <p:cNvPr id="23" name="contribution-link-2">
            <a:extLst xmlns:a="http://schemas.openxmlformats.org/drawingml/2006/main">
              <a:ext uri="{FF2B5EF4-FFF2-40B4-BE49-F238E27FC236}">
                <a16:creationId xmlns:a16="http://schemas.microsoft.com/office/drawing/2014/main" id="{AD23BA86-2DDE-48BA-85C8-E4ED5146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4" name="contribution-evidence-2">
            <a:extLst xmlns:a="http://schemas.openxmlformats.org/drawingml/2006/main">
              <a:ext uri="{FF2B5EF4-FFF2-40B4-BE49-F238E27FC236}">
                <a16:creationId xmlns:a16="http://schemas.microsoft.com/office/drawing/2014/main" id="{152FF182-8F57-42DC-89F5-4390BC56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对应结果页或证据编号</a:t>
            </a:r>
          </a:p>
        </p:txBody>
      </p:sp>
      <p:sp>
        <p:nvSpPr>
          <p:cNvPr id="25" name="contribution-number-3">
            <a:extLst xmlns:a="http://schemas.openxmlformats.org/drawingml/2006/main">
              <a:ext uri="{FF2B5EF4-FFF2-40B4-BE49-F238E27FC236}">
                <a16:creationId xmlns:a16="http://schemas.microsoft.com/office/drawing/2014/main" id="{63E76269-AD9F-4785-B16C-B1F1C71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contribution-title-3">
            <a:extLst xmlns:a="http://schemas.openxmlformats.org/drawingml/2006/main">
              <a:ext uri="{FF2B5EF4-FFF2-40B4-BE49-F238E27FC236}">
                <a16:creationId xmlns:a16="http://schemas.microsoft.com/office/drawing/2014/main" id="{5F407D77-E6CE-456E-AB88-FD91F89D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575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解释或应用层贡献</a:t>
            </a:r>
          </a:p>
        </p:txBody>
      </p:sp>
      <p:sp>
        <p:nvSpPr>
          <p:cNvPr id="27" name="contribution-link-3">
            <a:extLst xmlns:a="http://schemas.openxmlformats.org/drawingml/2006/main">
              <a:ext uri="{FF2B5EF4-FFF2-40B4-BE49-F238E27FC236}">
                <a16:creationId xmlns:a16="http://schemas.microsoft.com/office/drawing/2014/main" id="{87189A1C-1D03-4907-A3CE-548FACA0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8" name="contribution-evidence-3">
            <a:extLst xmlns:a="http://schemas.openxmlformats.org/drawingml/2006/main">
              <a:ext uri="{FF2B5EF4-FFF2-40B4-BE49-F238E27FC236}">
                <a16:creationId xmlns:a16="http://schemas.microsoft.com/office/drawing/2014/main" id="{1E974A2D-FF90-416F-939C-CC45B539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对应结果页或证据编号</a:t>
            </a:r>
          </a:p>
        </p:txBody>
      </p:sp>
      <p:sp>
        <p:nvSpPr>
          <p:cNvPr id="29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143D2CBA-9FFE-48E9-B1AA-BF1ECE6B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30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E0089BAE-47AA-4609-994B-187DD40D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贡献由完成工作与证据定义，而不是由形容词定义。</a:t>
            </a:r>
          </a:p>
        </p:txBody>
      </p:sp>
    </p:spTree>
    <p:extLst>
      <p:ext uri="{BB962C8B-B14F-4D97-AF65-F5344CB8AC3E}">
        <p14:creationId xmlns:p14="http://schemas.microsoft.com/office/powerpoint/2010/main" val="196021662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2F2EDD61-E458-4CEF-92B3-6ABBBD9A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B9550EAF-B84A-4F21-A571-75E805F7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4A9BF301-9FD1-45A5-98BD-F3FF64F1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5E872544-EAF2-49F3-AC0A-95005C3A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9F360A5C-220B-4CA2-9556-E113927B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D696CAFA-7515-4750-96A7-96F68562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4C513495-21AF-4E83-94FB-205FC820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27A222AE-2D0E-4F66-B7A0-C6B2E30C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009C6B44-ED3B-4555-A22F-C42F59B5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52D417F0-7875-49FB-8974-B271148C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-active">
            <a:extLst xmlns:a="http://schemas.openxmlformats.org/drawingml/2006/main">
              <a:ext uri="{FF2B5EF4-FFF2-40B4-BE49-F238E27FC236}">
                <a16:creationId xmlns:a16="http://schemas.microsoft.com/office/drawing/2014/main" id="{87F02B67-01DA-46C0-8CDD-3156884D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46641B14-D00B-4A04-87F9-9B439E78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2D98901-28D6-4627-A52A-0F58F98A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5378BA8-43E8-49B8-B2C3-85AD213F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FA805D-299E-41FE-80D6-67AE40EA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当前边界与下一步验证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C0E1F1C7-3244-4B3E-998C-55169309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limitations-label">
            <a:extLst xmlns:a="http://schemas.openxmlformats.org/drawingml/2006/main">
              <a:ext uri="{FF2B5EF4-FFF2-40B4-BE49-F238E27FC236}">
                <a16:creationId xmlns:a16="http://schemas.microsoft.com/office/drawing/2014/main" id="{68F66AEA-A769-4FA2-B98A-3445AB7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  <p:txBody>
          <a:bodyPr xmlns:a="http://schemas.openxmlformats.org/drawingml/2006/main" anchor="ctr">
            <a:normAutofit fontScale="77099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18" name="next-steps-label">
            <a:extLst xmlns:a="http://schemas.openxmlformats.org/drawingml/2006/main">
              <a:ext uri="{FF2B5EF4-FFF2-40B4-BE49-F238E27FC236}">
                <a16:creationId xmlns:a16="http://schemas.microsoft.com/office/drawing/2014/main" id="{6F4C7F20-8255-4C20-B4DE-4FAF0EBA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5143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  <p:txBody>
          <a:bodyPr xmlns:a="http://schemas.openxmlformats.org/drawingml/2006/main" anchor="ctr">
            <a:normAutofit fontScale="77099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下一步验证</a:t>
            </a:r>
          </a:p>
        </p:txBody>
      </p:sp>
      <p:sp>
        <p:nvSpPr>
          <p:cNvPr id="19" name="limitation-row-1">
            <a:extLst xmlns:a="http://schemas.openxmlformats.org/drawingml/2006/main">
              <a:ext uri="{FF2B5EF4-FFF2-40B4-BE49-F238E27FC236}">
                <a16:creationId xmlns:a16="http://schemas.microsoft.com/office/drawing/2014/main" id="{DEBBCFE2-FC8C-4DB6-921B-238A8494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76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BE6"/>
            </a:solidFill>
            <a:prstDash val="solid"/>
          </a:ln>
        </p:spPr>
      </p:sp>
      <p:sp>
        <p:nvSpPr>
          <p:cNvPr id="20" name="limitation-text-1">
            <a:extLst xmlns:a="http://schemas.openxmlformats.org/drawingml/2006/main">
              <a:ext uri="{FF2B5EF4-FFF2-40B4-BE49-F238E27FC236}">
                <a16:creationId xmlns:a16="http://schemas.microsoft.com/office/drawing/2014/main" id="{EEDC8D91-49FE-4317-A45D-C2C9A435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样本、场景或文本范围仍有限</a:t>
            </a:r>
          </a:p>
        </p:txBody>
      </p:sp>
      <p:sp>
        <p:nvSpPr>
          <p:cNvPr id="21" name="limitation-arrow-line-1">
            <a:extLst xmlns:a="http://schemas.openxmlformats.org/drawingml/2006/main">
              <a:ext uri="{FF2B5EF4-FFF2-40B4-BE49-F238E27FC236}">
                <a16:creationId xmlns:a16="http://schemas.microsoft.com/office/drawing/2014/main" id="{0651F60D-6C6C-4096-8A24-5AA47A30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098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2" name="limitation-arrow-1">
            <a:extLst xmlns:a="http://schemas.openxmlformats.org/drawingml/2006/main">
              <a:ext uri="{FF2B5EF4-FFF2-40B4-BE49-F238E27FC236}">
                <a16:creationId xmlns:a16="http://schemas.microsoft.com/office/drawing/2014/main" id="{E8BA134E-7B0A-488B-94D3-26FCDA7C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2412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3" name="next-step-row-1">
            <a:extLst xmlns:a="http://schemas.openxmlformats.org/drawingml/2006/main">
              <a:ext uri="{FF2B5EF4-FFF2-40B4-BE49-F238E27FC236}">
                <a16:creationId xmlns:a16="http://schemas.microsoft.com/office/drawing/2014/main" id="{F24725F5-BD04-4DEA-BCC1-557214BF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5257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6482B5"/>
            </a:solidFill>
            <a:prstDash val="solid"/>
          </a:ln>
        </p:spPr>
      </p:sp>
      <p:sp>
        <p:nvSpPr>
          <p:cNvPr id="24" name="next-step-text-1">
            <a:extLst xmlns:a="http://schemas.openxmlformats.org/drawingml/2006/main">
              <a:ext uri="{FF2B5EF4-FFF2-40B4-BE49-F238E27FC236}">
                <a16:creationId xmlns:a16="http://schemas.microsoft.com/office/drawing/2014/main" id="{23EE40D0-A18F-498F-A0EC-828A475F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补充最关键的对照或样本</a:t>
            </a:r>
          </a:p>
        </p:txBody>
      </p:sp>
      <p:sp>
        <p:nvSpPr>
          <p:cNvPr id="25" name="limitation-row-2">
            <a:extLst xmlns:a="http://schemas.openxmlformats.org/drawingml/2006/main">
              <a:ext uri="{FF2B5EF4-FFF2-40B4-BE49-F238E27FC236}">
                <a16:creationId xmlns:a16="http://schemas.microsoft.com/office/drawing/2014/main" id="{B2397411-97E0-4D3A-9B5F-034FEA2F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76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6"/>
            </a:solidFill>
            <a:prstDash val="solid"/>
          </a:ln>
        </p:spPr>
      </p:sp>
      <p:sp>
        <p:nvSpPr>
          <p:cNvPr id="26" name="limitation-text-2">
            <a:extLst xmlns:a="http://schemas.openxmlformats.org/drawingml/2006/main">
              <a:ext uri="{FF2B5EF4-FFF2-40B4-BE49-F238E27FC236}">
                <a16:creationId xmlns:a16="http://schemas.microsoft.com/office/drawing/2014/main" id="{579DE32D-D4A0-4965-9CE6-08BB8E00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方法假设或测量条件仍需扩展</a:t>
            </a:r>
          </a:p>
        </p:txBody>
      </p:sp>
      <p:sp>
        <p:nvSpPr>
          <p:cNvPr id="27" name="limitation-arrow-line-2">
            <a:extLst xmlns:a="http://schemas.openxmlformats.org/drawingml/2006/main">
              <a:ext uri="{FF2B5EF4-FFF2-40B4-BE49-F238E27FC236}">
                <a16:creationId xmlns:a16="http://schemas.microsoft.com/office/drawing/2014/main" id="{44FE8170-FB6D-4F79-B402-A0919018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480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8" name="limitation-arrow-2">
            <a:extLst xmlns:a="http://schemas.openxmlformats.org/drawingml/2006/main">
              <a:ext uri="{FF2B5EF4-FFF2-40B4-BE49-F238E27FC236}">
                <a16:creationId xmlns:a16="http://schemas.microsoft.com/office/drawing/2014/main" id="{8E10DCA7-C8AE-4E80-A6CE-58BBEBEC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6232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29" name="next-step-row-2">
            <a:extLst xmlns:a="http://schemas.openxmlformats.org/drawingml/2006/main">
              <a:ext uri="{FF2B5EF4-FFF2-40B4-BE49-F238E27FC236}">
                <a16:creationId xmlns:a16="http://schemas.microsoft.com/office/drawing/2014/main" id="{C21638FA-72EC-4172-BFBA-1136602D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5257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82B5"/>
            </a:solidFill>
            <a:prstDash val="solid"/>
          </a:ln>
        </p:spPr>
      </p:sp>
      <p:sp>
        <p:nvSpPr>
          <p:cNvPr id="30" name="next-step-text-2">
            <a:extLst xmlns:a="http://schemas.openxmlformats.org/drawingml/2006/main">
              <a:ext uri="{FF2B5EF4-FFF2-40B4-BE49-F238E27FC236}">
                <a16:creationId xmlns:a16="http://schemas.microsoft.com/office/drawing/2014/main" id="{E0C35740-AEE8-4BE5-8A6F-9B768A49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给出判据、交付物与完成路径</a:t>
            </a:r>
          </a:p>
        </p:txBody>
      </p:sp>
      <p:sp>
        <p:nvSpPr>
          <p:cNvPr id="31" name="limitation-row-3">
            <a:extLst xmlns:a="http://schemas.openxmlformats.org/drawingml/2006/main">
              <a:ext uri="{FF2B5EF4-FFF2-40B4-BE49-F238E27FC236}">
                <a16:creationId xmlns:a16="http://schemas.microsoft.com/office/drawing/2014/main" id="{8F7062D1-4C23-4577-B0DF-905E8A7F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476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BE6"/>
            </a:solidFill>
            <a:prstDash val="solid"/>
          </a:ln>
        </p:spPr>
      </p:sp>
      <p:sp>
        <p:nvSpPr>
          <p:cNvPr id="32" name="limitation-text-3">
            <a:extLst xmlns:a="http://schemas.openxmlformats.org/drawingml/2006/main">
              <a:ext uri="{FF2B5EF4-FFF2-40B4-BE49-F238E27FC236}">
                <a16:creationId xmlns:a16="http://schemas.microsoft.com/office/drawing/2014/main" id="{909008F2-0E8E-47EA-AF14-1B989BDB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结论不应超出已验证边界</a:t>
            </a:r>
          </a:p>
        </p:txBody>
      </p:sp>
      <p:sp>
        <p:nvSpPr>
          <p:cNvPr id="33" name="limitation-arrow-line-3">
            <a:extLst xmlns:a="http://schemas.openxmlformats.org/drawingml/2006/main">
              <a:ext uri="{FF2B5EF4-FFF2-40B4-BE49-F238E27FC236}">
                <a16:creationId xmlns:a16="http://schemas.microsoft.com/office/drawing/2014/main" id="{FC7C3742-1A49-427C-A3D7-2EEF3DFA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862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34" name="limitation-arrow-3">
            <a:extLst xmlns:a="http://schemas.openxmlformats.org/drawingml/2006/main">
              <a:ext uri="{FF2B5EF4-FFF2-40B4-BE49-F238E27FC236}">
                <a16:creationId xmlns:a16="http://schemas.microsoft.com/office/drawing/2014/main" id="{94FC9E2B-CDDC-4C21-9C32-3E30EABC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0052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2B5"/>
          </a:solidFill>
          <a:ln xmlns:a="http://schemas.openxmlformats.org/drawingml/2006/main" w="0">
            <a:solidFill>
              <a:srgbClr val="6482B5"/>
            </a:solidFill>
            <a:prstDash val="solid"/>
          </a:ln>
        </p:spPr>
      </p:sp>
      <p:sp>
        <p:nvSpPr>
          <p:cNvPr id="35" name="next-step-row-3">
            <a:extLst xmlns:a="http://schemas.openxmlformats.org/drawingml/2006/main">
              <a:ext uri="{FF2B5EF4-FFF2-40B4-BE49-F238E27FC236}">
                <a16:creationId xmlns:a16="http://schemas.microsoft.com/office/drawing/2014/main" id="{AC8247DF-4132-4EBE-A7A9-2D9C61C5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24300"/>
            <a:ext cx="5257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6482B5"/>
            </a:solidFill>
            <a:prstDash val="solid"/>
          </a:ln>
        </p:spPr>
      </p:sp>
      <p:sp>
        <p:nvSpPr>
          <p:cNvPr id="36" name="next-step-text-3">
            <a:extLst xmlns:a="http://schemas.openxmlformats.org/drawingml/2006/main">
              <a:ext uri="{FF2B5EF4-FFF2-40B4-BE49-F238E27FC236}">
                <a16:creationId xmlns:a16="http://schemas.microsoft.com/office/drawing/2014/main" id="{0549E758-D497-46EF-9BFF-96C651AE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验证扩展后结论是否仍成立</a:t>
            </a:r>
          </a:p>
        </p:txBody>
      </p:sp>
      <p:sp>
        <p:nvSpPr>
          <p:cNvPr id="37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AB07A29B-1920-4C0F-A8C2-7A8212A9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38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30F5BF07-38FD-41EC-8C88-1F782B5A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1051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先限定已知结论，再提出最能降低不确定性的验证。</a:t>
            </a:r>
          </a:p>
        </p:txBody>
      </p:sp>
    </p:spTree>
    <p:extLst>
      <p:ext uri="{BB962C8B-B14F-4D97-AF65-F5344CB8AC3E}">
        <p14:creationId xmlns:p14="http://schemas.microsoft.com/office/powerpoint/2010/main" val="173864653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8736F437-3326-4E23-AAF3-9F95D6ED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460ACA3C-98CC-4825-8C36-88D01855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BDE1D8A6-EA75-4998-A2AF-18680260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ADE9576F-13E2-466A-A9BB-CA99CF1C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D8B6D088-95E5-4C6E-9BA8-E5AF8DC2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9ADE60F7-A52D-4293-BA46-72BB4470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20290FA9-9E13-415A-ADE0-796295B3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4035E41F-A73D-4980-B052-D5F64D13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B642F809-5CE6-4A48-9D78-8AC932D0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AED6A569-7F70-4553-8679-4B4B95A5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-active">
            <a:extLst xmlns:a="http://schemas.openxmlformats.org/drawingml/2006/main">
              <a:ext uri="{FF2B5EF4-FFF2-40B4-BE49-F238E27FC236}">
                <a16:creationId xmlns:a16="http://schemas.microsoft.com/office/drawing/2014/main" id="{E950C583-7CF2-4F68-B2A5-B8D3982C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8ACEE15F-A100-45B8-972D-E411F247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958FCD3-DC56-4DB1-889E-743B070A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5E560A-420C-4D25-97DB-D6922636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D936F9-9559-4F7A-B548-0CB1452F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精选参考来源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778F4E14-E0B9-4700-B7BD-EEB05427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reference-group-1">
            <a:extLst xmlns:a="http://schemas.openxmlformats.org/drawingml/2006/main">
              <a:ext uri="{FF2B5EF4-FFF2-40B4-BE49-F238E27FC236}">
                <a16:creationId xmlns:a16="http://schemas.microsoft.com/office/drawing/2014/main" id="{CD3905BC-74F7-473C-B636-DD7068E7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2578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A7C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  <p:txBody>
          <a:bodyPr xmlns:a="http://schemas.openxmlformats.org/drawingml/2006/main" anchor="ctr">
            <a:normAutofit fontScale="72986"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理论与方法</a:t>
            </a:r>
          </a:p>
        </p:txBody>
      </p:sp>
      <p:sp>
        <p:nvSpPr>
          <p:cNvPr id="18" name="reference-number-1">
            <a:extLst xmlns:a="http://schemas.openxmlformats.org/drawingml/2006/main">
              <a:ext uri="{FF2B5EF4-FFF2-40B4-BE49-F238E27FC236}">
                <a16:creationId xmlns:a16="http://schemas.microsoft.com/office/drawing/2014/main" id="{49BAFDA0-ED74-4C42-AC2E-315C7959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reference-entry-1">
            <a:extLst xmlns:a="http://schemas.openxmlformats.org/drawingml/2006/main">
              <a:ext uri="{FF2B5EF4-FFF2-40B4-BE49-F238E27FC236}">
                <a16:creationId xmlns:a16="http://schemas.microsoft.com/office/drawing/2014/main" id="{B86D9442-33DC-4C22-8129-48FF6194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09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核心理论文献：作者. 题名. 期刊或出版社, 年份.</a:t>
            </a:r>
          </a:p>
        </p:txBody>
      </p:sp>
      <p:sp>
        <p:nvSpPr>
          <p:cNvPr id="20" name="reference-rule-1">
            <a:extLst xmlns:a="http://schemas.openxmlformats.org/drawingml/2006/main">
              <a:ext uri="{FF2B5EF4-FFF2-40B4-BE49-F238E27FC236}">
                <a16:creationId xmlns:a16="http://schemas.microsoft.com/office/drawing/2014/main" id="{C49C8B8C-7D6C-411B-A703-4D2832A3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67025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21" name="reference-number-2">
            <a:extLst xmlns:a="http://schemas.openxmlformats.org/drawingml/2006/main">
              <a:ext uri="{FF2B5EF4-FFF2-40B4-BE49-F238E27FC236}">
                <a16:creationId xmlns:a16="http://schemas.microsoft.com/office/drawing/2014/main" id="{CD74319E-29FF-4E91-9742-773745B2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reference-entry-2">
            <a:extLst xmlns:a="http://schemas.openxmlformats.org/drawingml/2006/main">
              <a:ext uri="{FF2B5EF4-FFF2-40B4-BE49-F238E27FC236}">
                <a16:creationId xmlns:a16="http://schemas.microsoft.com/office/drawing/2014/main" id="{CAA757EA-B02C-4C1B-9AF5-BD6CE420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关键方法文献：作者. 题名. 期刊或出版社, 年份.</a:t>
            </a:r>
          </a:p>
        </p:txBody>
      </p:sp>
      <p:sp>
        <p:nvSpPr>
          <p:cNvPr id="23" name="reference-rule-2">
            <a:extLst xmlns:a="http://schemas.openxmlformats.org/drawingml/2006/main">
              <a:ext uri="{FF2B5EF4-FFF2-40B4-BE49-F238E27FC236}">
                <a16:creationId xmlns:a16="http://schemas.microsoft.com/office/drawing/2014/main" id="{8A1FDF48-B2B1-40D8-B4A0-1E7A1FC0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48075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24" name="reference-number-3">
            <a:extLst xmlns:a="http://schemas.openxmlformats.org/drawingml/2006/main">
              <a:ext uri="{FF2B5EF4-FFF2-40B4-BE49-F238E27FC236}">
                <a16:creationId xmlns:a16="http://schemas.microsoft.com/office/drawing/2014/main" id="{469F83DA-6AFF-4B8B-8D40-EFE8A9A5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reference-entry-3">
            <a:extLst xmlns:a="http://schemas.openxmlformats.org/drawingml/2006/main">
              <a:ext uri="{FF2B5EF4-FFF2-40B4-BE49-F238E27FC236}">
                <a16:creationId xmlns:a16="http://schemas.microsoft.com/office/drawing/2014/main" id="{DF338BA9-2E58-4234-89C6-93085101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719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对照研究：作者. 题名. 期刊, 年份.</a:t>
            </a:r>
          </a:p>
        </p:txBody>
      </p:sp>
      <p:sp>
        <p:nvSpPr>
          <p:cNvPr id="26" name="reference-rule-3">
            <a:extLst xmlns:a="http://schemas.openxmlformats.org/drawingml/2006/main">
              <a:ext uri="{FF2B5EF4-FFF2-40B4-BE49-F238E27FC236}">
                <a16:creationId xmlns:a16="http://schemas.microsoft.com/office/drawing/2014/main" id="{010BE3C3-1426-4275-B4D6-611FDCED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29125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27" name="reference-number-4">
            <a:extLst xmlns:a="http://schemas.openxmlformats.org/drawingml/2006/main">
              <a:ext uri="{FF2B5EF4-FFF2-40B4-BE49-F238E27FC236}">
                <a16:creationId xmlns:a16="http://schemas.microsoft.com/office/drawing/2014/main" id="{0A16AA9E-AEE8-47AF-A154-B6D584BD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reference-entry-4">
            <a:extLst xmlns:a="http://schemas.openxmlformats.org/drawingml/2006/main">
              <a:ext uri="{FF2B5EF4-FFF2-40B4-BE49-F238E27FC236}">
                <a16:creationId xmlns:a16="http://schemas.microsoft.com/office/drawing/2014/main" id="{50C54573-302A-4323-A86B-41C8B38B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29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综述或基础专著：作者. 题名. 出版社, 年份.</a:t>
            </a:r>
          </a:p>
        </p:txBody>
      </p:sp>
      <p:sp>
        <p:nvSpPr>
          <p:cNvPr id="29" name="reference-group-2">
            <a:extLst xmlns:a="http://schemas.openxmlformats.org/drawingml/2006/main">
              <a:ext uri="{FF2B5EF4-FFF2-40B4-BE49-F238E27FC236}">
                <a16:creationId xmlns:a16="http://schemas.microsoft.com/office/drawing/2014/main" id="{1AA6DF4F-589D-4873-AAC1-D24B341F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52578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  <p:txBody>
          <a:bodyPr xmlns:a="http://schemas.openxmlformats.org/drawingml/2006/main" anchor="ctr">
            <a:normAutofit fontScale="72986"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数据、标准与材料</a:t>
            </a:r>
          </a:p>
        </p:txBody>
      </p:sp>
      <p:sp>
        <p:nvSpPr>
          <p:cNvPr id="30" name="reference-number-5">
            <a:extLst xmlns:a="http://schemas.openxmlformats.org/drawingml/2006/main">
              <a:ext uri="{FF2B5EF4-FFF2-40B4-BE49-F238E27FC236}">
                <a16:creationId xmlns:a16="http://schemas.microsoft.com/office/drawing/2014/main" id="{CA472D33-B76A-44B8-8EDF-DB9D5408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1" name="reference-entry-5">
            <a:extLst xmlns:a="http://schemas.openxmlformats.org/drawingml/2006/main">
              <a:ext uri="{FF2B5EF4-FFF2-40B4-BE49-F238E27FC236}">
                <a16:creationId xmlns:a16="http://schemas.microsoft.com/office/drawing/2014/main" id="{9C53B0E3-EED5-4A64-BD34-BDE72B8E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9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数据集或统计公报：机构, 名称, 年份.</a:t>
            </a:r>
          </a:p>
        </p:txBody>
      </p:sp>
      <p:sp>
        <p:nvSpPr>
          <p:cNvPr id="32" name="reference-rule-5">
            <a:extLst xmlns:a="http://schemas.openxmlformats.org/drawingml/2006/main">
              <a:ext uri="{FF2B5EF4-FFF2-40B4-BE49-F238E27FC236}">
                <a16:creationId xmlns:a16="http://schemas.microsoft.com/office/drawing/2014/main" id="{A2E90826-8EF9-47E2-83C0-9C3C6C7A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67025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33" name="reference-number-6">
            <a:extLst xmlns:a="http://schemas.openxmlformats.org/drawingml/2006/main">
              <a:ext uri="{FF2B5EF4-FFF2-40B4-BE49-F238E27FC236}">
                <a16:creationId xmlns:a16="http://schemas.microsoft.com/office/drawing/2014/main" id="{33005DF8-F20B-40BA-A7B8-D8FEB34A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9085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" name="reference-entry-6">
            <a:extLst xmlns:a="http://schemas.openxmlformats.org/drawingml/2006/main">
              <a:ext uri="{FF2B5EF4-FFF2-40B4-BE49-F238E27FC236}">
                <a16:creationId xmlns:a16="http://schemas.microsoft.com/office/drawing/2014/main" id="{840E06E4-9120-4F5E-98AA-678FC5CC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90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标准或技术规范：发布机构, 编号, 年份.</a:t>
            </a:r>
          </a:p>
        </p:txBody>
      </p:sp>
      <p:sp>
        <p:nvSpPr>
          <p:cNvPr id="35" name="reference-rule-6">
            <a:extLst xmlns:a="http://schemas.openxmlformats.org/drawingml/2006/main">
              <a:ext uri="{FF2B5EF4-FFF2-40B4-BE49-F238E27FC236}">
                <a16:creationId xmlns:a16="http://schemas.microsoft.com/office/drawing/2014/main" id="{0BCF99A6-E147-40C2-82C4-5961C0F3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48075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36" name="reference-number-7">
            <a:extLst xmlns:a="http://schemas.openxmlformats.org/drawingml/2006/main">
              <a:ext uri="{FF2B5EF4-FFF2-40B4-BE49-F238E27FC236}">
                <a16:creationId xmlns:a16="http://schemas.microsoft.com/office/drawing/2014/main" id="{A37C3196-411F-468E-87BE-6FD47C4F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7190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7" name="reference-entry-7">
            <a:extLst xmlns:a="http://schemas.openxmlformats.org/drawingml/2006/main">
              <a:ext uri="{FF2B5EF4-FFF2-40B4-BE49-F238E27FC236}">
                <a16:creationId xmlns:a16="http://schemas.microsoft.com/office/drawing/2014/main" id="{F9EB2F3C-FB79-4961-9417-AE169BF9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719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档案、语料或官方材料：责任者, 名称, 年份.</a:t>
            </a:r>
          </a:p>
        </p:txBody>
      </p:sp>
      <p:sp>
        <p:nvSpPr>
          <p:cNvPr id="38" name="reference-rule-7">
            <a:extLst xmlns:a="http://schemas.openxmlformats.org/drawingml/2006/main">
              <a:ext uri="{FF2B5EF4-FFF2-40B4-BE49-F238E27FC236}">
                <a16:creationId xmlns:a16="http://schemas.microsoft.com/office/drawing/2014/main" id="{B1732731-BE0E-4E38-98C5-05810D43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39" name="reference-number-8">
            <a:extLst xmlns:a="http://schemas.openxmlformats.org/drawingml/2006/main">
              <a:ext uri="{FF2B5EF4-FFF2-40B4-BE49-F238E27FC236}">
                <a16:creationId xmlns:a16="http://schemas.microsoft.com/office/drawing/2014/main" id="{AE6CD0A1-25BD-40D6-B98B-CDEFDB63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5295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64A7C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64A7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0" name="reference-entry-8">
            <a:extLst xmlns:a="http://schemas.openxmlformats.org/drawingml/2006/main">
              <a:ext uri="{FF2B5EF4-FFF2-40B4-BE49-F238E27FC236}">
                <a16:creationId xmlns:a16="http://schemas.microsoft.com/office/drawing/2014/main" id="{D7B022AA-84D0-4445-A438-0944D1BE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529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与验证直接相关的公开资料：责任者, 名称, 年份.</a:t>
            </a:r>
          </a:p>
        </p:txBody>
      </p:sp>
      <p:sp>
        <p:nvSpPr>
          <p:cNvPr id="41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B83E4D04-E924-4DC3-B127-58149DD6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42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F021FB43-415C-44BA-88CB-4B889C05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1051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只保留对口头论证关键且已在页内引用的来源。</a:t>
            </a:r>
          </a:p>
        </p:txBody>
      </p:sp>
    </p:spTree>
    <p:extLst>
      <p:ext uri="{BB962C8B-B14F-4D97-AF65-F5344CB8AC3E}">
        <p14:creationId xmlns:p14="http://schemas.microsoft.com/office/powerpoint/2010/main" val="13205175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4B026612-A99C-449C-9F2A-4DC715DF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8822AECC-1161-44E7-B77E-94E08E6E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10858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2B23CD89-DFAB-4B3E-BE58-B4D59DB2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9EBE8EEE-7838-4C8F-B222-F2953B8F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5" name="section-nav-1">
            <a:extLst xmlns:a="http://schemas.openxmlformats.org/drawingml/2006/main">
              <a:ext uri="{FF2B5EF4-FFF2-40B4-BE49-F238E27FC236}">
                <a16:creationId xmlns:a16="http://schemas.microsoft.com/office/drawing/2014/main" id="{FCE6FDF9-6159-4D2E-94C3-4CCC3573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ection-nav-label-1">
            <a:extLst xmlns:a="http://schemas.openxmlformats.org/drawingml/2006/main">
              <a:ext uri="{FF2B5EF4-FFF2-40B4-BE49-F238E27FC236}">
                <a16:creationId xmlns:a16="http://schemas.microsoft.com/office/drawing/2014/main" id="{4906F6A0-47D9-43FD-99C4-38C23F54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通用骨架</a:t>
            </a:r>
          </a:p>
        </p:txBody>
      </p:sp>
      <p:sp>
        <p:nvSpPr>
          <p:cNvPr id="7" name="section-nav-2">
            <a:extLst xmlns:a="http://schemas.openxmlformats.org/drawingml/2006/main">
              <a:ext uri="{FF2B5EF4-FFF2-40B4-BE49-F238E27FC236}">
                <a16:creationId xmlns:a16="http://schemas.microsoft.com/office/drawing/2014/main" id="{C9225687-C7F6-4DE8-B3E6-FEC76F00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ection-nav-label-2">
            <a:extLst xmlns:a="http://schemas.openxmlformats.org/drawingml/2006/main">
              <a:ext uri="{FF2B5EF4-FFF2-40B4-BE49-F238E27FC236}">
                <a16:creationId xmlns:a16="http://schemas.microsoft.com/office/drawing/2014/main" id="{29583E71-D12A-4B68-A049-EB7B60FF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证据方法</a:t>
            </a:r>
          </a:p>
        </p:txBody>
      </p:sp>
      <p:sp>
        <p:nvSpPr>
          <p:cNvPr id="9" name="section-nav-3">
            <a:extLst xmlns:a="http://schemas.openxmlformats.org/drawingml/2006/main">
              <a:ext uri="{FF2B5EF4-FFF2-40B4-BE49-F238E27FC236}">
                <a16:creationId xmlns:a16="http://schemas.microsoft.com/office/drawing/2014/main" id="{ABA3852E-9E3E-4166-9CA8-233C4EDA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ection-nav-label-3">
            <a:extLst xmlns:a="http://schemas.openxmlformats.org/drawingml/2006/main">
              <a:ext uri="{FF2B5EF4-FFF2-40B4-BE49-F238E27FC236}">
                <a16:creationId xmlns:a16="http://schemas.microsoft.com/office/drawing/2014/main" id="{DC5654F6-3609-4BF3-A2BB-9AB6E60F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结构版式</a:t>
            </a:r>
          </a:p>
        </p:txBody>
      </p:sp>
      <p:sp>
        <p:nvSpPr>
          <p:cNvPr id="11" name="section-nav-4-active">
            <a:extLst xmlns:a="http://schemas.openxmlformats.org/drawingml/2006/main">
              <a:ext uri="{FF2B5EF4-FFF2-40B4-BE49-F238E27FC236}">
                <a16:creationId xmlns:a16="http://schemas.microsoft.com/office/drawing/2014/main" id="{2B8E52E1-7E13-4E79-B445-ACFE0CA8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0"/>
            <a:ext cx="20621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ection-nav-label-4">
            <a:extLst xmlns:a="http://schemas.openxmlformats.org/drawingml/2006/main">
              <a:ext uri="{FF2B5EF4-FFF2-40B4-BE49-F238E27FC236}">
                <a16:creationId xmlns:a16="http://schemas.microsoft.com/office/drawing/2014/main" id="{7D471275-30CC-4D5C-A139-21A9C57A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76200"/>
            <a:ext cx="1909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综合收束</a:t>
            </a:r>
          </a:p>
        </p:txBody>
      </p:sp>
      <p:sp>
        <p:nvSpPr>
          <p:cNvPr id="1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FC9B84D-C693-49B6-8A33-48583E18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883AA57-127B-42FA-ABEB-B9A2002E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4167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4C63D8-F823-48E4-B894-1303DEA8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证据优先自由画布</a:t>
            </a:r>
          </a:p>
        </p:txBody>
      </p:sp>
      <p:sp>
        <p:nvSpPr>
          <p:cNvPr id="16" name="title-rule">
            <a:extLst xmlns:a="http://schemas.openxmlformats.org/drawingml/2006/main">
              <a:ext uri="{FF2B5EF4-FFF2-40B4-BE49-F238E27FC236}">
                <a16:creationId xmlns:a16="http://schemas.microsoft.com/office/drawing/2014/main" id="{695627AB-D9D7-44F6-9B7E-366DFD70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6"/>
          </a:solidFill>
          <a:ln xmlns:a="http://schemas.openxmlformats.org/drawingml/2006/main" w="0">
            <a:solidFill>
              <a:srgbClr val="D5DBE6"/>
            </a:solidFill>
            <a:prstDash val="solid"/>
          </a:ln>
        </p:spPr>
      </p:sp>
      <p:sp>
        <p:nvSpPr>
          <p:cNvPr id="17" name="free-primary-image-frame">
            <a:extLst xmlns:a="http://schemas.openxmlformats.org/drawingml/2006/main">
              <a:ext uri="{FF2B5EF4-FFF2-40B4-BE49-F238E27FC236}">
                <a16:creationId xmlns:a16="http://schemas.microsoft.com/office/drawing/2014/main" id="{278E0E70-D394-40BE-B93C-B0759FE7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14375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D5DBE6"/>
            </a:solidFill>
            <a:prstDash val="solid"/>
          </a:ln>
        </p:spPr>
      </p:sp>
      <p:sp>
        <p:nvSpPr>
          <p:cNvPr id="18" name="free-primary-image-placeholder">
            <a:extLst xmlns:a="http://schemas.openxmlformats.org/drawingml/2006/main">
              <a:ext uri="{FF2B5EF4-FFF2-40B4-BE49-F238E27FC236}">
                <a16:creationId xmlns:a16="http://schemas.microsoft.com/office/drawing/2014/main" id="{2AAE32D1-A1A4-486B-B1A4-6E6FC9B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43075"/>
            <a:ext cx="70104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自由证据主画布</a:t>
            </a:r>
          </a:p>
        </p:txBody>
      </p:sp>
      <p:sp>
        <p:nvSpPr>
          <p:cNvPr id="19" name="free-evidence-claim">
            <a:extLst xmlns:a="http://schemas.openxmlformats.org/drawingml/2006/main">
              <a:ext uri="{FF2B5EF4-FFF2-40B4-BE49-F238E27FC236}">
                <a16:creationId xmlns:a16="http://schemas.microsoft.com/office/drawing/2014/main" id="{673B1F68-8A0F-4AA8-99FC-751CA834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特殊证据优先，布局仍需保持层级、对齐与来源。</a:t>
            </a:r>
          </a:p>
        </p:txBody>
      </p:sp>
      <p:sp>
        <p:nvSpPr>
          <p:cNvPr id="20" name="free-evidence-bullets">
            <a:extLst xmlns:a="http://schemas.openxmlformats.org/drawingml/2006/main">
              <a:ext uri="{FF2B5EF4-FFF2-40B4-BE49-F238E27FC236}">
                <a16:creationId xmlns:a16="http://schemas.microsoft.com/office/drawing/2014/main" id="{57E58838-0848-4D4C-9696-24CAB0FE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5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先确定评委应该看什么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•  再确定元素之间的真实关系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•  最后选择最少的视觉组件</a:t>
            </a:r>
          </a:p>
        </p:txBody>
      </p:sp>
      <p:sp>
        <p:nvSpPr>
          <p:cNvPr id="21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1051D90E-41DE-4DE1-9616-4151F9CC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EBF4"/>
          </a:solidFill>
          <a:ln xmlns:a="http://schemas.openxmlformats.org/drawingml/2006/main" w="9525">
            <a:solidFill>
              <a:srgbClr val="E7EBF4"/>
            </a:solidFill>
            <a:prstDash val="solid"/>
          </a:ln>
        </p:spPr>
      </p:sp>
      <p:sp>
        <p:nvSpPr>
          <p:cNvPr id="22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A0AB2083-3C3F-4BCE-AEE2-FDBEB65E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345B"/>
                </a:solidFill>
                <a:latin typeface="Microsoft YaHei"/>
                <a:ea typeface="Microsoft YaHei"/>
                <a:cs typeface="Microsoft YaHei"/>
              </a:rPr>
              <a:t>特殊证据优先，布局仍需保持层级、对齐与来源。</a:t>
            </a:r>
          </a:p>
        </p:txBody>
      </p:sp>
    </p:spTree>
    <p:extLst>
      <p:ext uri="{BB962C8B-B14F-4D97-AF65-F5344CB8AC3E}">
        <p14:creationId xmlns:p14="http://schemas.microsoft.com/office/powerpoint/2010/main" val="112098786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C044F40C-B509-4F6C-A9E1-B3A65E20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143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14288">
            <a:solidFill>
              <a:srgbClr val="25345B"/>
            </a:solidFill>
            <a:prstDash val="solid"/>
          </a:ln>
        </p:spPr>
      </p:sp>
      <p:sp>
        <p:nvSpPr>
          <p:cNvPr id="2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2012F17B-7436-4E45-8406-EE2F5AA4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480" y="601980"/>
            <a:ext cx="701040" cy="7010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AEB9A8E5-DFDB-4C8F-913E-00D1CEA4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143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4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2CB3C01D-11A1-4FA5-BA1E-67FEA396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A7C"/>
          </a:solidFill>
          <a:ln xmlns:a="http://schemas.openxmlformats.org/drawingml/2006/main" w="0">
            <a:solidFill>
              <a:srgbClr val="364A7C"/>
            </a:solidFill>
            <a:prstDash val="solid"/>
          </a:ln>
        </p:spPr>
      </p:sp>
      <p:sp>
        <p:nvSpPr>
          <p:cNvPr id="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63403E8E-0808-44E4-9A08-8210663F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感谢各位老师，请批评指正</a:t>
            </a:r>
          </a:p>
        </p:txBody>
      </p:sp>
      <p:sp>
        <p:nvSpPr>
          <p:cNvPr id="6" name="closing-claim">
            <a:extLst xmlns:a="http://schemas.openxmlformats.org/drawingml/2006/main">
              <a:ext uri="{FF2B5EF4-FFF2-40B4-BE49-F238E27FC236}">
                <a16:creationId xmlns:a16="http://schemas.microsoft.com/office/drawing/2014/main" id="{8F8EDDEC-E5A5-4CEB-A1C3-C068A6F9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948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 b="0" i="0">
                <a:solidFill>
                  <a:srgbClr val="F1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F1F4FA"/>
                </a:solidFill>
                <a:latin typeface="Microsoft YaHei"/>
                <a:ea typeface="Microsoft YaHei"/>
                <a:cs typeface="Microsoft YaHei"/>
              </a:rPr>
              <a:t>结尾页回扣最重要结论与边界，不加入新证据。</a:t>
            </a:r>
          </a:p>
        </p:txBody>
      </p:sp>
      <p:sp>
        <p:nvSpPr>
          <p:cNvPr id="7" name="closing-metric-1-value">
            <a:extLst xmlns:a="http://schemas.openxmlformats.org/drawingml/2006/main">
              <a:ext uri="{FF2B5EF4-FFF2-40B4-BE49-F238E27FC236}">
                <a16:creationId xmlns:a16="http://schemas.microsoft.com/office/drawing/2014/main" id="{CAFB7B61-2A68-4CCB-83DB-C0A8E400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364A7C"/>
                </a:solidFill>
                <a:latin typeface="Microsoft YaHei"/>
                <a:ea typeface="Microsoft YaHei"/>
                <a:cs typeface="Microsoft YaHei"/>
              </a:rPr>
              <a:t>36 种</a:t>
            </a:r>
          </a:p>
        </p:txBody>
      </p:sp>
      <p:sp>
        <p:nvSpPr>
          <p:cNvPr id="8" name="closing-metric-1-label">
            <a:extLst xmlns:a="http://schemas.openxmlformats.org/drawingml/2006/main">
              <a:ext uri="{FF2B5EF4-FFF2-40B4-BE49-F238E27FC236}">
                <a16:creationId xmlns:a16="http://schemas.microsoft.com/office/drawing/2014/main" id="{B7D9643F-9AE1-4E36-964F-101E6AC7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673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语义布局 · 按需选择</a:t>
            </a:r>
          </a:p>
        </p:txBody>
      </p:sp>
      <p:sp>
        <p:nvSpPr>
          <p:cNvPr id="9" name="closing-boundary">
            <a:extLst xmlns:a="http://schemas.openxmlformats.org/drawingml/2006/main">
              <a:ext uri="{FF2B5EF4-FFF2-40B4-BE49-F238E27FC236}">
                <a16:creationId xmlns:a16="http://schemas.microsoft.com/office/drawing/2014/main" id="{B54E2F09-4662-498E-83D7-1B2CFD3D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912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布局库仅示范页面语义；正式答辩按论文证据重新选页。</a:t>
            </a:r>
          </a:p>
        </p:txBody>
      </p:sp>
      <p:sp>
        <p:nvSpPr>
          <p:cNvPr id="10" name="closing-footer">
            <a:extLst xmlns:a="http://schemas.openxmlformats.org/drawingml/2006/main">
              <a:ext uri="{FF2B5EF4-FFF2-40B4-BE49-F238E27FC236}">
                <a16:creationId xmlns:a16="http://schemas.microsoft.com/office/drawing/2014/main" id="{7C22AEA7-24D7-4D3D-8578-C923766F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64286"/>
          </a:bodyPr>
          <a:lstStyle xmlns:a="http://schemas.openxmlformats.org/drawingml/2006/main"/>
          <a:p xmlns:a="http://schemas.openxmlformats.org/drawingml/2006/main">
            <a:pPr algn="ctr">
              <a:defRPr sz="1400" b="0" i="0">
                <a:solidFill>
                  <a:srgbClr val="5D667A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5D667A"/>
                </a:solidFill>
                <a:latin typeface="Arial"/>
                <a:ea typeface="Arial"/>
                <a:cs typeface="Arial"/>
              </a:rPr>
              <a:t>示范学术机构</a:t>
            </a:r>
          </a:p>
        </p:txBody>
      </p:sp>
    </p:spTree>
    <p:extLst>
      <p:ext uri="{BB962C8B-B14F-4D97-AF65-F5344CB8AC3E}">
        <p14:creationId xmlns:p14="http://schemas.microsoft.com/office/powerpoint/2010/main" val="664855127"/>
      </p:ext>
    </p:extLst>
  </p:cSld>
</p:sld>
</file>

<file path=ppt/theme/theme1.xml><?xml version="1.0" encoding="utf-8"?>
<a:theme xmlns:a="http://schemas.openxmlformats.org/drawingml/2006/main" name="ChatGPT">
  <a:themeElements>
    <a:clrScheme name="Academic Slides · 学术蓝">
      <a:dk1>
        <a:srgbClr val="111827"/>
      </a:dk1>
      <a:lt1>
        <a:srgbClr val="FFFFFF"/>
      </a:lt1>
      <a:dk2>
        <a:srgbClr val="25345B"/>
      </a:dk2>
      <a:lt2>
        <a:srgbClr val="E9EDF4"/>
      </a:lt2>
      <a:accent1>
        <a:srgbClr val="364A7C"/>
      </a:accent1>
      <a:accent2>
        <a:srgbClr val="6482B5"/>
      </a:accent2>
      <a:accent3>
        <a:srgbClr val="2F766D"/>
      </a:accent3>
      <a:accent4>
        <a:srgbClr val="C88A2C"/>
      </a:accent4>
      <a:accent5>
        <a:srgbClr val="7B5A8E"/>
      </a:accent5>
      <a:accent6>
        <a:srgbClr val="A63C45"/>
      </a:accent6>
      <a:hlink>
        <a:srgbClr val="364A7C"/>
      </a:hlink>
      <a:folHlink>
        <a:srgbClr val="7B5A8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cademic Slides · 学术蓝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2026-08-16T14:42:05.7240000Z</dcterms:created>
  <dcterms:modified xsi:type="dcterms:W3CDTF">2026-08-16T14:42:05.7240000Z</dcterms:modified>
</coreProperties>
</file>